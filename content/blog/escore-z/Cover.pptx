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9D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9"/>
  </p:normalViewPr>
  <p:slideViewPr>
    <p:cSldViewPr snapToGrid="0">
      <p:cViewPr varScale="1">
        <p:scale>
          <a:sx n="102" d="100"/>
          <a:sy n="102" d="100"/>
        </p:scale>
        <p:origin x="8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23D262-90E1-1F74-9C10-E845ED010E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CBD13C3-0A9A-5269-6C90-BC0B1B7952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71A0D16-3394-E25D-239F-8CC2AC85A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8C706-F236-B44B-B8E0-A0BDD1D4A1A7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99531D-C049-0E40-1BB6-60BA5F582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FE62110-6D29-FB4F-393C-6CBF58301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424D-37D8-104C-BA23-BB4452790C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252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B5F7E2-5378-65C3-6F33-3E22774FD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830F2E-E452-823D-7EF3-07C6B5429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724BD27-3634-591F-1DF1-5A1638C83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8C706-F236-B44B-B8E0-A0BDD1D4A1A7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E12F46-6832-41A4-7D03-AD44169C1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AD9637-6655-3F40-24CB-D3D9540D1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424D-37D8-104C-BA23-BB4452790C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1913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C995C7-6774-56D5-E29F-F370111C6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CF7EC32-A9BE-11AE-E838-43A5FCE4C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1558BDA-FAF1-6F28-9BDF-BB0EEC02C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8C706-F236-B44B-B8E0-A0BDD1D4A1A7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BC21803-D36B-957B-DB02-A8C57DB51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CFF199-7FF1-8B4E-B40B-DC899FAE7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424D-37D8-104C-BA23-BB4452790C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109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39307A-05BF-E085-D432-D69F9F05F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9F866F-1653-FE02-00AC-6E850902EE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4C5B0ED-2A98-87D3-3987-4DB1083B5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77546FD-AF02-50EF-E67A-A91B36B85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8C706-F236-B44B-B8E0-A0BDD1D4A1A7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223B063-1E42-84F5-D48A-4D3C47CA5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CEB8CAE-FF49-7FDF-832C-98A7A696A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424D-37D8-104C-BA23-BB4452790C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6887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750AB7-B0B0-5D46-5BED-C96EABD20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0F2DFCE-292C-E8AB-3722-C06152766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CE513D9-1CCA-E6FD-78C8-5B021F1B0E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1511373-1254-A882-98E7-EADB8DDAB0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5634023-DF67-41A5-B636-C2550C29F4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F3D351E-E474-958A-7DA8-CDF1E7702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8C706-F236-B44B-B8E0-A0BDD1D4A1A7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1D7FB0C-7EFC-B806-9604-04E0413E0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1CD58E7-90B5-EC9A-6FFC-C8D1096A1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424D-37D8-104C-BA23-BB4452790C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6196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021A09-C571-C94C-3FB2-7B1896C78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01FB009-F37A-FA1A-82F0-17686CF17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8C706-F236-B44B-B8E0-A0BDD1D4A1A7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14BC330-5C38-C4A4-573A-7EF64509A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BB36CC5-67E7-9BB1-6C37-4954A00F2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424D-37D8-104C-BA23-BB4452790C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1108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37ABDD4-F7DF-E005-32D6-7ACB7DD98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8C706-F236-B44B-B8E0-A0BDD1D4A1A7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2C88F07-EA5E-DD86-9C74-322177F49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22F9A8E-0E30-4EB5-1A7E-D7A58F22D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424D-37D8-104C-BA23-BB4452790C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2934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D3A463-B225-CE70-FD08-D191C7B62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36C5D3-CACF-ADB6-DE96-F9EDDA022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318E08D-D8A7-D13A-BAC7-74BEA3C830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4954772-B85F-8508-6E5F-DF4FA97E0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8C706-F236-B44B-B8E0-A0BDD1D4A1A7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0B0BE9D-5F61-7AEA-C865-81B7EF8A6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93A48A4-2A98-BF34-C73B-DD66313E6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424D-37D8-104C-BA23-BB4452790C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4961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4AF086-714E-C6D8-7DD3-BA3268366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7F38766-5F8C-A76E-4798-EDAA90D3C93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9A9D50B-8B2F-A4AE-3BC3-F0C4CA8D55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C4A12AE-ECFC-D630-49AB-E4B227437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8C706-F236-B44B-B8E0-A0BDD1D4A1A7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8AAD370-6E3D-7EF7-19CD-CBF2DD51E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E054681-63C1-52E6-2C8C-3873E130E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424D-37D8-104C-BA23-BB4452790C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1994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0D457E-DE8D-4A4F-09E7-A49C1FC5F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E58F68F-0749-A484-B9F0-D0EDAD7B9B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0E582D-6769-694E-5D2A-697CD7160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8C706-F236-B44B-B8E0-A0BDD1D4A1A7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55FD595-0476-BFC4-8FC1-A17A89C69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376DB6A-E46A-987F-1D4C-3B4BF750B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424D-37D8-104C-BA23-BB4452790C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2759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3FD6ECE-FFBE-D1E1-1212-0DC7BF273A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A43DB34-A117-BE52-7533-3CEB68527E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50C9F9-C55E-4F6A-5368-121395204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8C706-F236-B44B-B8E0-A0BDD1D4A1A7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566B546-B8DD-DD46-6F34-B5C3EB9A3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71E639A-7C59-486C-7A22-71EA782C8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424D-37D8-104C-BA23-BB4452790C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4238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6F96AC8-B157-9452-77A1-6C0F5CE35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2A09172-5766-34FD-C71D-505B03F6D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D2C0562-D580-DA41-2239-24390FFAB0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38C706-F236-B44B-B8E0-A0BDD1D4A1A7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54B26B-4C8B-7C58-60FA-99C5E4640D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8018CB5-2BF3-4B1D-D4E7-900A7F535A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F7424D-37D8-104C-BA23-BB4452790C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3653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59AA8312-0692-1E5C-2C0A-546CD6077737}"/>
              </a:ext>
            </a:extLst>
          </p:cNvPr>
          <p:cNvSpPr/>
          <p:nvPr/>
        </p:nvSpPr>
        <p:spPr>
          <a:xfrm>
            <a:off x="1916482" y="2106591"/>
            <a:ext cx="5436296" cy="36786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9844EFA-E7B5-9A20-B423-091A1F1A6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528" y="2106591"/>
            <a:ext cx="4720633" cy="307070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41CC6E43-1D10-E04E-5B83-916E98663E64}"/>
                  </a:ext>
                </a:extLst>
              </p:cNvPr>
              <p:cNvSpPr txBox="1"/>
              <p:nvPr/>
            </p:nvSpPr>
            <p:spPr>
              <a:xfrm>
                <a:off x="5342351" y="2436312"/>
                <a:ext cx="1771832" cy="5161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pt-BR" sz="1600" b="0" i="0" smtClean="0">
                          <a:latin typeface="Nunito" pitchFamily="2" charset="77"/>
                        </a:rPr>
                        <m:t>z = </m:t>
                      </m:r>
                      <m:f>
                        <m:fPr>
                          <m:ctrlPr>
                            <a:rPr lang="pt-BR" sz="1600" b="0" i="0" smtClean="0">
                              <a:latin typeface="Nunito" pitchFamily="2" charset="77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BR" sz="1600" b="0" i="0" smtClean="0">
                              <a:latin typeface="Nunito" pitchFamily="2" charset="77"/>
                            </a:rPr>
                            <m:t>x – M</m:t>
                          </m:r>
                          <m:r>
                            <m:rPr>
                              <m:nor/>
                            </m:rPr>
                            <a:rPr lang="pt-BR" sz="1600" i="0">
                              <a:latin typeface="Nunito" pitchFamily="2" charset="77"/>
                            </a:rPr>
                            <m:t>é</m:t>
                          </m:r>
                          <m:r>
                            <m:rPr>
                              <m:nor/>
                            </m:rPr>
                            <a:rPr lang="pt-BR" sz="1600" b="0" i="0" smtClean="0">
                              <a:latin typeface="Nunito" pitchFamily="2" charset="77"/>
                            </a:rPr>
                            <m:t>dia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BR" sz="1600" b="0" i="0" smtClean="0">
                              <a:latin typeface="Nunito" pitchFamily="2" charset="77"/>
                            </a:rPr>
                            <m:t>Desvio-padr</m:t>
                          </m:r>
                          <m:r>
                            <m:rPr>
                              <m:nor/>
                            </m:rPr>
                            <a:rPr lang="pt-BR" sz="1600" i="0">
                              <a:latin typeface="Nunito" pitchFamily="2" charset="77"/>
                            </a:rPr>
                            <m:t>ã</m:t>
                          </m:r>
                          <m:r>
                            <m:rPr>
                              <m:nor/>
                            </m:rPr>
                            <a:rPr lang="pt-BR" sz="1600" b="0" i="0" smtClean="0">
                              <a:latin typeface="Nunito" pitchFamily="2" charset="77"/>
                            </a:rPr>
                            <m:t>o</m:t>
                          </m:r>
                        </m:den>
                      </m:f>
                    </m:oMath>
                  </m:oMathPara>
                </a14:m>
                <a:endParaRPr lang="pt-BR" sz="1600" dirty="0">
                  <a:latin typeface="Nunito" pitchFamily="2" charset="77"/>
                </a:endParaRPr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41CC6E43-1D10-E04E-5B83-916E98663E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2351" y="2436312"/>
                <a:ext cx="1771832" cy="516167"/>
              </a:xfrm>
              <a:prstGeom prst="rect">
                <a:avLst/>
              </a:prstGeom>
              <a:blipFill>
                <a:blip r:embed="rId3"/>
                <a:stretch>
                  <a:fillRect l="-709" t="-14634" r="-709" b="-1951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tângulo Arredondado 6">
            <a:extLst>
              <a:ext uri="{FF2B5EF4-FFF2-40B4-BE49-F238E27FC236}">
                <a16:creationId xmlns:a16="http://schemas.microsoft.com/office/drawing/2014/main" id="{46E3E44F-67A5-C7F0-84D8-EDD25286D982}"/>
              </a:ext>
            </a:extLst>
          </p:cNvPr>
          <p:cNvSpPr/>
          <p:nvPr/>
        </p:nvSpPr>
        <p:spPr>
          <a:xfrm>
            <a:off x="5268610" y="2358674"/>
            <a:ext cx="1919314" cy="696494"/>
          </a:xfrm>
          <a:prstGeom prst="roundRect">
            <a:avLst/>
          </a:prstGeom>
          <a:noFill/>
          <a:ln w="381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FAD56C1-67F0-66B1-BED0-DE7F3689777B}"/>
              </a:ext>
            </a:extLst>
          </p:cNvPr>
          <p:cNvSpPr txBox="1"/>
          <p:nvPr/>
        </p:nvSpPr>
        <p:spPr>
          <a:xfrm>
            <a:off x="5597714" y="5323562"/>
            <a:ext cx="1640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77"/>
              </a:rPr>
              <a:t>1,5 desvios-padrão acima da média</a:t>
            </a:r>
          </a:p>
        </p:txBody>
      </p:sp>
      <p:sp>
        <p:nvSpPr>
          <p:cNvPr id="9" name="Forma Livre 8">
            <a:extLst>
              <a:ext uri="{FF2B5EF4-FFF2-40B4-BE49-F238E27FC236}">
                <a16:creationId xmlns:a16="http://schemas.microsoft.com/office/drawing/2014/main" id="{652DAA40-CE67-FE5D-7A46-E3D1811DE1C0}"/>
              </a:ext>
            </a:extLst>
          </p:cNvPr>
          <p:cNvSpPr/>
          <p:nvPr/>
        </p:nvSpPr>
        <p:spPr>
          <a:xfrm>
            <a:off x="5173249" y="5160723"/>
            <a:ext cx="450937" cy="200417"/>
          </a:xfrm>
          <a:custGeom>
            <a:avLst/>
            <a:gdLst>
              <a:gd name="csX0" fmla="*/ 0 w 450937"/>
              <a:gd name="csY0" fmla="*/ 0 h 200417"/>
              <a:gd name="csX1" fmla="*/ 150313 w 450937"/>
              <a:gd name="csY1" fmla="*/ 187891 h 200417"/>
              <a:gd name="csX2" fmla="*/ 275573 w 450937"/>
              <a:gd name="csY2" fmla="*/ 62630 h 200417"/>
              <a:gd name="csX3" fmla="*/ 450937 w 450937"/>
              <a:gd name="csY3" fmla="*/ 200417 h 2004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50937" h="200417">
                <a:moveTo>
                  <a:pt x="0" y="0"/>
                </a:moveTo>
                <a:cubicBezTo>
                  <a:pt x="52192" y="88726"/>
                  <a:pt x="104384" y="177453"/>
                  <a:pt x="150313" y="187891"/>
                </a:cubicBezTo>
                <a:cubicBezTo>
                  <a:pt x="196242" y="198329"/>
                  <a:pt x="225469" y="60542"/>
                  <a:pt x="275573" y="62630"/>
                </a:cubicBezTo>
                <a:cubicBezTo>
                  <a:pt x="325677" y="64718"/>
                  <a:pt x="388307" y="132567"/>
                  <a:pt x="450937" y="200417"/>
                </a:cubicBez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34567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Nunito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Fernanda Peres</dc:creator>
  <cp:lastModifiedBy>Fernanda Peres</cp:lastModifiedBy>
  <cp:revision>1</cp:revision>
  <dcterms:created xsi:type="dcterms:W3CDTF">2026-09-23T18:36:08Z</dcterms:created>
  <dcterms:modified xsi:type="dcterms:W3CDTF">2026-09-23T18:40:30Z</dcterms:modified>
</cp:coreProperties>
</file>