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6"/>
  </p:normalViewPr>
  <p:slideViewPr>
    <p:cSldViewPr snapToGrid="0">
      <p:cViewPr varScale="1">
        <p:scale>
          <a:sx n="105" d="100"/>
          <a:sy n="105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88FDDF-88AC-7B1D-58AD-128E17089D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9C525E-C51C-CA74-581F-8FEE7EA425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E839417-3BDF-AB69-D027-BA71DDBDA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FA2938A-F608-CD36-DBDF-9021ABD6B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326D7F-C0B9-E6AC-9B75-E05DEA382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7133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0910B8-BA22-C9AF-530B-94A339996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99F1C8-ACCA-00ED-E21A-9D511D5B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E058274-8673-25B7-BF48-7865D28E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7DF60-53C0-0481-A5F0-FBC19673B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624A085-F42C-B5B6-3BDC-FDAF4D17D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456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1BF7C3-68C1-09B9-F92E-072E175CE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3B8A9ED-BF44-6EE2-56D0-4B6D08628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312A90-588D-340D-1EA9-3FE50C931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346AC7-E651-9051-EC16-2A48A930C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4E384DB-CC6C-98A4-521E-0F84E517B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027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24B912-4B02-F5F9-D12C-5AE51BD99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1E1528D-5679-EACA-DA26-9B679A3ED6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D0D19FB-ADA3-F992-FBEB-88C053528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DD1B978-1058-D5BD-6417-ACE3C4607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35F991D-9098-A358-BAC2-33E0235D1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E53950C-9F3A-F937-BE52-B1A7E6911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3036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1073A-0B1A-2593-CAF4-9A5DC94C3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EE3B1C8-6B9D-9B28-D4A3-70324B1CB5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97422F-B339-8481-2123-BB08F870D5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69F3E4-2B91-64DD-73DD-B88E501AE6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64C883A-0421-6D8C-4ED1-6355711CA3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3536ACB-0B4A-C6CC-D612-D5EB4C333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CF95BA5-4200-BCAE-3F86-B02CFF8A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8A68EE2-9E40-FE27-7AD4-CF766B73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765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44D40-4A1B-84A0-5103-C222E192F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ED7D5D0-1A8C-2807-81EA-D898A413B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5515D5C-69AB-DFD3-EDE7-A95C5C37C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6DA4362-B211-2AA6-55D6-7147D2872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8290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BFC222A-118A-069E-5E99-0612FC558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B5E14EE-0463-B48D-0C25-B65BFEAE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999355-C93D-F845-0896-C0A918DE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6261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75DCDD-F6EC-2594-C9B0-78BC4F51D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C7A1B1-71A4-CF76-9E1D-C16A4A4EC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1C537EB-C2DC-5BBD-7760-6F3E93DDA6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691CF09-2BDB-A906-EAF6-C57840297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4D6D635-6365-F3CD-AADD-F63C2416C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3134301-723A-4869-1D40-6D336C6C1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0717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A784ED-74C3-81A2-317B-86EBE3402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80046FE-F546-1178-383A-BFA319974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8D8848-14EC-F8F1-576D-4987DEEEA4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5806C9F-AB8F-9312-A529-C142B4FB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9BACA7-27E4-B1E8-A715-8B9A1C924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23195D8-0455-47A2-B1A5-F4E8E90BD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330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36E65C-E119-4241-722A-81B8CA550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8389B7A-9FF8-643B-897D-B7BF9285D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99BA12-D374-D761-B4C8-7FDE00315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7DD9B1-DA16-E70E-A187-DEB5C52F2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B92-249D-8337-7A34-A91F71F9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2298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463179-41EC-28F1-0E81-E8D863BB1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369059D-AC57-6E33-873D-82C1696238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A371E4-F9E2-06F7-4856-8DD33E879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F7BA8A-DBB7-A45E-8D74-66CF1F73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4C6957-2D3E-AEBF-58CF-E440CC0B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211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58D8713-5E5C-606B-6211-9C625DE73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9728BD-A0E0-4464-ECB5-F765ADC509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4321539-9425-397E-BB1C-CB755846BC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BF7F8-BDEF-D54A-ABE9-A6F3976BE674}" type="datetimeFigureOut">
              <a:rPr lang="pt-BR" smtClean="0"/>
              <a:t>16/01/2026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F9D33A9-9371-6D14-E52E-A404CAC84F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3260EA-CDF5-5827-CC23-6F54A909D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892541-3E19-C24F-A360-C34398179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415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2671B8F-D592-3740-03AC-880B1C0FED8E}"/>
              </a:ext>
            </a:extLst>
          </p:cNvPr>
          <p:cNvSpPr/>
          <p:nvPr/>
        </p:nvSpPr>
        <p:spPr>
          <a:xfrm>
            <a:off x="1024128" y="326136"/>
            <a:ext cx="10143744" cy="6205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E3E53212-5895-C293-7621-102890E0DC72}"/>
              </a:ext>
            </a:extLst>
          </p:cNvPr>
          <p:cNvGrpSpPr/>
          <p:nvPr/>
        </p:nvGrpSpPr>
        <p:grpSpPr>
          <a:xfrm>
            <a:off x="3785526" y="656431"/>
            <a:ext cx="4620948" cy="5545138"/>
            <a:chOff x="3574366" y="656431"/>
            <a:chExt cx="4620948" cy="554513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43E7EA07-A0B8-2CB4-6A15-30D4FE5E9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74366" y="656431"/>
              <a:ext cx="4620948" cy="5545138"/>
            </a:xfrm>
            <a:prstGeom prst="rect">
              <a:avLst/>
            </a:prstGeom>
          </p:spPr>
        </p:pic>
        <p:sp>
          <p:nvSpPr>
            <p:cNvPr id="6" name="Forma Livre 5">
              <a:extLst>
                <a:ext uri="{FF2B5EF4-FFF2-40B4-BE49-F238E27FC236}">
                  <a16:creationId xmlns:a16="http://schemas.microsoft.com/office/drawing/2014/main" id="{D2BA2287-5390-3392-6FDD-F524A7FA9A75}"/>
                </a:ext>
              </a:extLst>
            </p:cNvPr>
            <p:cNvSpPr/>
            <p:nvPr/>
          </p:nvSpPr>
          <p:spPr>
            <a:xfrm>
              <a:off x="6414868" y="877103"/>
              <a:ext cx="506437" cy="429407"/>
            </a:xfrm>
            <a:custGeom>
              <a:avLst/>
              <a:gdLst>
                <a:gd name="csX0" fmla="*/ 0 w 506437"/>
                <a:gd name="csY0" fmla="*/ 163906 h 429407"/>
                <a:gd name="csX1" fmla="*/ 253218 w 506437"/>
                <a:gd name="csY1" fmla="*/ 9162 h 429407"/>
                <a:gd name="csX2" fmla="*/ 295421 w 506437"/>
                <a:gd name="csY2" fmla="*/ 403057 h 429407"/>
                <a:gd name="csX3" fmla="*/ 506437 w 506437"/>
                <a:gd name="csY3" fmla="*/ 360854 h 429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06437" h="429407">
                  <a:moveTo>
                    <a:pt x="0" y="163906"/>
                  </a:moveTo>
                  <a:cubicBezTo>
                    <a:pt x="101990" y="66604"/>
                    <a:pt x="203981" y="-30697"/>
                    <a:pt x="253218" y="9162"/>
                  </a:cubicBezTo>
                  <a:cubicBezTo>
                    <a:pt x="302455" y="49020"/>
                    <a:pt x="253218" y="344442"/>
                    <a:pt x="295421" y="403057"/>
                  </a:cubicBezTo>
                  <a:cubicBezTo>
                    <a:pt x="337624" y="461672"/>
                    <a:pt x="422030" y="411263"/>
                    <a:pt x="506437" y="360854"/>
                  </a:cubicBezTo>
                </a:path>
              </a:pathLst>
            </a:cu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EF4F0646-310E-DBD4-AC77-8B219E4BEC26}"/>
                </a:ext>
              </a:extLst>
            </p:cNvPr>
            <p:cNvSpPr txBox="1"/>
            <p:nvPr/>
          </p:nvSpPr>
          <p:spPr>
            <a:xfrm>
              <a:off x="6893169" y="1091806"/>
              <a:ext cx="864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unito" pitchFamily="2" charset="77"/>
                </a:rPr>
                <a:t>outlier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932206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Nunito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Fernanda Peres</dc:creator>
  <cp:lastModifiedBy>Fernanda Peres</cp:lastModifiedBy>
  <cp:revision>2</cp:revision>
  <dcterms:created xsi:type="dcterms:W3CDTF">2026-01-16T21:23:15Z</dcterms:created>
  <dcterms:modified xsi:type="dcterms:W3CDTF">2026-01-16T21:31:44Z</dcterms:modified>
</cp:coreProperties>
</file>