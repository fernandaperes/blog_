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6"/>
  </p:normalViewPr>
  <p:slideViewPr>
    <p:cSldViewPr snapToGrid="0">
      <p:cViewPr varScale="1">
        <p:scale>
          <a:sx n="105" d="100"/>
          <a:sy n="105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8FDDF-88AC-7B1D-58AD-128E17089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9C525E-C51C-CA74-581F-8FEE7EA42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839417-3BDF-AB69-D027-BA71DDBDA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BF7F8-BDEF-D54A-ABE9-A6F3976BE674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A2938A-F608-CD36-DBDF-9021ABD6B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326D7F-C0B9-E6AC-9B75-E05DEA382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2541-3E19-C24F-A360-C34398179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7133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910B8-BA22-C9AF-530B-94A339996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99F1C8-ACCA-00ED-E21A-9D511D5B5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058274-8673-25B7-BF48-7865D28EE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BF7F8-BDEF-D54A-ABE9-A6F3976BE674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C7DF60-53C0-0481-A5F0-FBC19673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24A085-F42C-B5B6-3BDC-FDAF4D17D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2541-3E19-C24F-A360-C34398179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456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BF7C3-68C1-09B9-F92E-072E175CE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B8A9ED-BF44-6EE2-56D0-4B6D08628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312A90-588D-340D-1EA9-3FE50C93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BF7F8-BDEF-D54A-ABE9-A6F3976BE674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346AC7-E651-9051-EC16-2A48A930C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E384DB-CC6C-98A4-521E-0F84E517B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2541-3E19-C24F-A360-C34398179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027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4B912-4B02-F5F9-D12C-5AE51BD9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E1528D-5679-EACA-DA26-9B679A3ED6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0D19FB-ADA3-F992-FBEB-88C053528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D1B978-1058-D5BD-6417-ACE3C460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BF7F8-BDEF-D54A-ABE9-A6F3976BE674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5F991D-9098-A358-BAC2-33E0235D1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53950C-9F3A-F937-BE52-B1A7E691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2541-3E19-C24F-A360-C34398179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3036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1073A-0B1A-2593-CAF4-9A5DC94C3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E3B1C8-6B9D-9B28-D4A3-70324B1CB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497422F-B339-8481-2123-BB08F870D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69F3E4-2B91-64DD-73DD-B88E501AE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64C883A-0421-6D8C-4ED1-6355711CA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3536ACB-0B4A-C6CC-D612-D5EB4C33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BF7F8-BDEF-D54A-ABE9-A6F3976BE674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CF95BA5-4200-BCAE-3F86-B02CFF8A9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8A68EE2-9E40-FE27-7AD4-CF766B73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2541-3E19-C24F-A360-C34398179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65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E44D40-4A1B-84A0-5103-C222E192F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ED7D5D0-1A8C-2807-81EA-D898A413B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BF7F8-BDEF-D54A-ABE9-A6F3976BE674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5515D5C-69AB-DFD3-EDE7-A95C5C37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DA4362-B211-2AA6-55D6-7147D287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2541-3E19-C24F-A360-C34398179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8290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FC222A-118A-069E-5E99-0612FC558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BF7F8-BDEF-D54A-ABE9-A6F3976BE674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B5E14EE-0463-B48D-0C25-B65BFEAE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999355-C93D-F845-0896-C0A918DE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2541-3E19-C24F-A360-C34398179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6261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5DCDD-F6EC-2594-C9B0-78BC4F51D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C7A1B1-71A4-CF76-9E1D-C16A4A4EC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C537EB-C2DC-5BBD-7760-6F3E93DDA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91CF09-2BDB-A906-EAF6-C57840297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BF7F8-BDEF-D54A-ABE9-A6F3976BE674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D6D635-6365-F3CD-AADD-F63C2416C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134301-723A-4869-1D40-6D336C6C1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2541-3E19-C24F-A360-C34398179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71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784ED-74C3-81A2-317B-86EBE3402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80046FE-F546-1178-383A-BFA319974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8D8848-14EC-F8F1-576D-4987DEEEA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806C9F-AB8F-9312-A529-C142B4FBE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BF7F8-BDEF-D54A-ABE9-A6F3976BE674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9BACA7-27E4-B1E8-A715-8B9A1C92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3195D8-0455-47A2-B1A5-F4E8E90BD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2541-3E19-C24F-A360-C34398179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330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6E65C-E119-4241-722A-81B8CA550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8389B7A-9FF8-643B-897D-B7BF9285D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99BA12-D374-D761-B4C8-7FDE00315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BF7F8-BDEF-D54A-ABE9-A6F3976BE674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7DD9B1-DA16-E70E-A187-DEB5C52F2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2A0B92-249D-8337-7A34-A91F71F9E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2541-3E19-C24F-A360-C34398179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2298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1463179-41EC-28F1-0E81-E8D863BB14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69059D-AC57-6E33-873D-82C169623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A371E4-F9E2-06F7-4856-8DD33E879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BF7F8-BDEF-D54A-ABE9-A6F3976BE674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F7BA8A-DBB7-A45E-8D74-66CF1F73A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4C6957-2D3E-AEBF-58CF-E440CC0B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2541-3E19-C24F-A360-C34398179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11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58D8713-5E5C-606B-6211-9C625DE7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9728BD-A0E0-4464-ECB5-F765ADC50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321539-9425-397E-BB1C-CB755846BC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BF7F8-BDEF-D54A-ABE9-A6F3976BE674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9D33A9-9371-6D14-E52E-A404CAC84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3260EA-CDF5-5827-CC23-6F54A909D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892541-3E19-C24F-A360-C343981798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9415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2671B8F-D592-3740-03AC-880B1C0FED8E}"/>
              </a:ext>
            </a:extLst>
          </p:cNvPr>
          <p:cNvSpPr/>
          <p:nvPr/>
        </p:nvSpPr>
        <p:spPr>
          <a:xfrm>
            <a:off x="2621280" y="707134"/>
            <a:ext cx="8095488" cy="52737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E7EA07-A0B8-2CB4-6A15-30D4FE5E9F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4" b="3979"/>
          <a:stretch>
            <a:fillRect/>
          </a:stretch>
        </p:blipFill>
        <p:spPr>
          <a:xfrm>
            <a:off x="4358550" y="707135"/>
            <a:ext cx="4620948" cy="5273761"/>
          </a:xfrm>
          <a:prstGeom prst="rect">
            <a:avLst/>
          </a:prstGeom>
        </p:spPr>
      </p:pic>
      <p:sp>
        <p:nvSpPr>
          <p:cNvPr id="6" name="Forma Livre 5">
            <a:extLst>
              <a:ext uri="{FF2B5EF4-FFF2-40B4-BE49-F238E27FC236}">
                <a16:creationId xmlns:a16="http://schemas.microsoft.com/office/drawing/2014/main" id="{D2BA2287-5390-3392-6FDD-F524A7FA9A75}"/>
              </a:ext>
            </a:extLst>
          </p:cNvPr>
          <p:cNvSpPr/>
          <p:nvPr/>
        </p:nvSpPr>
        <p:spPr>
          <a:xfrm>
            <a:off x="7199052" y="877103"/>
            <a:ext cx="506437" cy="429407"/>
          </a:xfrm>
          <a:custGeom>
            <a:avLst/>
            <a:gdLst>
              <a:gd name="csX0" fmla="*/ 0 w 506437"/>
              <a:gd name="csY0" fmla="*/ 163906 h 429407"/>
              <a:gd name="csX1" fmla="*/ 253218 w 506437"/>
              <a:gd name="csY1" fmla="*/ 9162 h 429407"/>
              <a:gd name="csX2" fmla="*/ 295421 w 506437"/>
              <a:gd name="csY2" fmla="*/ 403057 h 429407"/>
              <a:gd name="csX3" fmla="*/ 506437 w 506437"/>
              <a:gd name="csY3" fmla="*/ 360854 h 429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06437" h="429407">
                <a:moveTo>
                  <a:pt x="0" y="163906"/>
                </a:moveTo>
                <a:cubicBezTo>
                  <a:pt x="101990" y="66604"/>
                  <a:pt x="203981" y="-30697"/>
                  <a:pt x="253218" y="9162"/>
                </a:cubicBezTo>
                <a:cubicBezTo>
                  <a:pt x="302455" y="49020"/>
                  <a:pt x="253218" y="344442"/>
                  <a:pt x="295421" y="403057"/>
                </a:cubicBezTo>
                <a:cubicBezTo>
                  <a:pt x="337624" y="461672"/>
                  <a:pt x="422030" y="411263"/>
                  <a:pt x="506437" y="360854"/>
                </a:cubicBez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F4F0646-310E-DBD4-AC77-8B219E4BEC26}"/>
              </a:ext>
            </a:extLst>
          </p:cNvPr>
          <p:cNvSpPr txBox="1"/>
          <p:nvPr/>
        </p:nvSpPr>
        <p:spPr>
          <a:xfrm>
            <a:off x="7677353" y="1091806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Nunito" pitchFamily="2" charset="77"/>
              </a:rPr>
              <a:t>outlier</a:t>
            </a:r>
          </a:p>
        </p:txBody>
      </p:sp>
    </p:spTree>
    <p:extLst>
      <p:ext uri="{BB962C8B-B14F-4D97-AF65-F5344CB8AC3E}">
        <p14:creationId xmlns:p14="http://schemas.microsoft.com/office/powerpoint/2010/main" val="8932206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Nunito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Fernanda Peres</dc:creator>
  <cp:lastModifiedBy>Fernanda Peres</cp:lastModifiedBy>
  <cp:revision>3</cp:revision>
  <dcterms:created xsi:type="dcterms:W3CDTF">2026-01-16T21:23:15Z</dcterms:created>
  <dcterms:modified xsi:type="dcterms:W3CDTF">2026-01-16T21:33:59Z</dcterms:modified>
</cp:coreProperties>
</file>