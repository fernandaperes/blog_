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94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20"/>
  </p:normalViewPr>
  <p:slideViewPr>
    <p:cSldViewPr snapToGrid="0">
      <p:cViewPr varScale="1">
        <p:scale>
          <a:sx n="103" d="100"/>
          <a:sy n="103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4173A-8F00-D597-5E3B-6B868994D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FD22A3-9307-79DD-E559-9E7536AB7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71CB87-4834-05E1-4B59-FF34FB2C6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C813-94F1-0047-AA17-1AA0C91F51E1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4487D-F175-86DA-B200-D366445BB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8C091A-4AFA-F7A7-198D-62FFB0BC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EEF-1A51-D248-B4E2-A8D948382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653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ED78E-01BC-3F0E-91D1-94729904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377ACD-3098-0CAF-6B5B-36DF9B440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5B8C2A-A746-9D3F-9ABF-3A0BC1B1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C813-94F1-0047-AA17-1AA0C91F51E1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85C9B7-8D75-F47F-A4E5-0500CB96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C63C54-4451-CD8A-5FC1-312F76D54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EEF-1A51-D248-B4E2-A8D948382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642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365C1-0797-25EE-F560-472D0C8C1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19194F-FBF3-5F4B-5465-65EC8BDCF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33F385-0504-278D-B28A-96D9489BA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C813-94F1-0047-AA17-1AA0C91F51E1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6886C7-EA17-8B5A-86DB-1BFF6B73E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69829F-7218-6459-AF81-0073C0169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EEF-1A51-D248-B4E2-A8D948382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51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26A9D-38DA-09C9-8632-2F48C898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BC7E16-837C-DD8F-3A57-873223CB6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8818FE-4114-5F3A-3AEC-929767FEF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0D8D3E-A1D9-41A7-59F5-9762868C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C813-94F1-0047-AA17-1AA0C91F51E1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623A03-AC96-3957-D321-298632BF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2AE89B-ECEE-AB7A-1A99-AD2621E1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EEF-1A51-D248-B4E2-A8D948382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2715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F3E1C-F96B-09C7-31C5-CB6560EFF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506BD2-1CC0-58AC-AD26-DF8BAFE25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B1931D-6F8F-AD7B-7A0C-6B67AFC40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39B0A33-D7D5-6C60-3464-D13FD1EAC8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82333A-C9D4-E3F7-3AED-273E0BD28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9955050-263B-0B1A-BD59-1BDECAE1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C813-94F1-0047-AA17-1AA0C91F51E1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7899179-4BC0-065D-B197-9FE0DE593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BBD8FAB-D99A-3726-D9CC-7DF79B9E6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EEF-1A51-D248-B4E2-A8D948382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9026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22277-CEBC-8ABB-A0D9-1AC21BB0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1DAC34-59A6-F5A0-52F9-639C052BF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C813-94F1-0047-AA17-1AA0C91F51E1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5BD7FEE-4CDD-2266-E2A8-3C4376845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B179097-FB5B-69BF-F09F-25AFA7C4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EEF-1A51-D248-B4E2-A8D948382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764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E792D4D-D1E1-112C-44CD-7E057F4E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C813-94F1-0047-AA17-1AA0C91F51E1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1459A72-975A-F26C-D327-EA9DD9E85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28055F-0405-883A-D421-FD16C6284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EEF-1A51-D248-B4E2-A8D948382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1652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C13AC-1894-4558-1066-D244DEF97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D1DAC9-FED2-347E-B2A8-444E1BCCF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C8D0B0-F7E5-3423-C997-E66EB592A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E305EC-7755-E364-8A87-1A4A086EF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C813-94F1-0047-AA17-1AA0C91F51E1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E45EA0-8081-7D90-A806-CCE3302FA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4CCBFE-0E2D-4863-4B2B-BD755BB6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EEF-1A51-D248-B4E2-A8D948382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759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5182D-3B18-2BC0-4CDE-B88E5A622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377F6A-9B01-6CA0-ACA8-C28ED7544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446547-7D08-CBFA-AA82-1BDB2D5F1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6A2DCA-734F-29F1-06A9-4D4FE1AE9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C813-94F1-0047-AA17-1AA0C91F51E1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D32493-9D0F-6F1B-6B7A-5EB7195AD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A9694E-4623-1D21-2848-CD2D7C85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EEF-1A51-D248-B4E2-A8D948382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540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7CC68-1691-676F-5532-634DE3E3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5103FD-F1B7-D6AD-1340-6EAE8D9AA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3185B6-88D1-8F0A-B69E-B4F9E15E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C813-94F1-0047-AA17-1AA0C91F51E1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AEED60-5BF2-334C-D34D-3FFCD8A4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EA3C30-E269-8E6E-5386-4D7C6C9E7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EEF-1A51-D248-B4E2-A8D948382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317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A176AB-C123-32BC-EC39-B9EA9FF7E0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1997F8-3075-DFFA-C3A6-056F3DA3A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F42015-3A25-ADD6-BD56-8E0DE4C9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C813-94F1-0047-AA17-1AA0C91F51E1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EE3587-C874-0D7B-51F0-29950D6D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8598A6-387D-9C0A-8A34-35D3844C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EEF-1A51-D248-B4E2-A8D948382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046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67712D4-1509-DCB9-395F-29952C93A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FC425B-39F7-DEDC-F874-6D3128FFD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061B39-A062-88BC-AE68-DB08C4366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DC813-94F1-0047-AA17-1AA0C91F51E1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4757FF-94D7-2354-D551-B32DAE50C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BCA3B4-6BC0-F4D3-D6A5-0AEB47657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6CEEF-1A51-D248-B4E2-A8D9483821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1364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89E87082-E7AE-847F-9F7F-5ADED32B5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16310"/>
              </p:ext>
            </p:extLst>
          </p:nvPr>
        </p:nvGraphicFramePr>
        <p:xfrm>
          <a:off x="1030588" y="611595"/>
          <a:ext cx="3136900" cy="3492500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3691187097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20035335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abic Typesetting" panose="03020402040406030203" pitchFamily="66" charset="-78"/>
                        </a:rPr>
                        <a:t>Data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abic Typesetting" panose="03020402040406030203" pitchFamily="66" charset="-78"/>
                        </a:rPr>
                        <a:t>Casos novos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8419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07/03/2020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44123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08/03/2020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79231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09/03/2020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58817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10/03/2020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43928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11/03/2020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33649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12/03/2020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70694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13/03/2020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63797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14/03/2020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59296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15/03/2020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96438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16/03/2020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608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352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F8B2-B749-A7F5-1DD9-10611DC4D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8165D3B-F808-3AE7-B622-36F3A7ACF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20776"/>
              </p:ext>
            </p:extLst>
          </p:nvPr>
        </p:nvGraphicFramePr>
        <p:xfrm>
          <a:off x="1030588" y="611595"/>
          <a:ext cx="3136900" cy="3492500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3691187097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20035335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abic Typesetting" panose="03020402040406030203" pitchFamily="66" charset="-78"/>
                        </a:rPr>
                        <a:t>Data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abic Typesetting" panose="03020402040406030203" pitchFamily="66" charset="-78"/>
                        </a:rPr>
                        <a:t>Casos novos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8419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07/03/2020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44123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08/03/2020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79231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09/03/2020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58817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10/03/2020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43928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11/03/2020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33649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12/03/2020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70694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13/03/2020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63797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14/03/2020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59296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15/03/2020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96438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16/03/2020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608109"/>
                  </a:ext>
                </a:extLst>
              </a:tr>
            </a:tbl>
          </a:graphicData>
        </a:graphic>
      </p:graphicFrame>
      <p:sp>
        <p:nvSpPr>
          <p:cNvPr id="6" name="Chave Direita 5">
            <a:extLst>
              <a:ext uri="{FF2B5EF4-FFF2-40B4-BE49-F238E27FC236}">
                <a16:creationId xmlns:a16="http://schemas.microsoft.com/office/drawing/2014/main" id="{8D43E47B-E88E-A5ED-8978-F64E012F60BF}"/>
              </a:ext>
            </a:extLst>
          </p:cNvPr>
          <p:cNvSpPr/>
          <p:nvPr/>
        </p:nvSpPr>
        <p:spPr>
          <a:xfrm>
            <a:off x="4275436" y="951471"/>
            <a:ext cx="172995" cy="2187146"/>
          </a:xfrm>
          <a:prstGeom prst="rightBrace">
            <a:avLst>
              <a:gd name="adj1" fmla="val 50333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A91990F-20DC-95F3-A8CE-F9F50F52AA72}"/>
              </a:ext>
            </a:extLst>
          </p:cNvPr>
          <p:cNvSpPr txBox="1"/>
          <p:nvPr/>
        </p:nvSpPr>
        <p:spPr>
          <a:xfrm>
            <a:off x="4448431" y="1860378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itchFamily="2" charset="77"/>
              </a:rPr>
              <a:t>Média = 9,86</a:t>
            </a:r>
          </a:p>
        </p:txBody>
      </p:sp>
    </p:spTree>
    <p:extLst>
      <p:ext uri="{BB962C8B-B14F-4D97-AF65-F5344CB8AC3E}">
        <p14:creationId xmlns:p14="http://schemas.microsoft.com/office/powerpoint/2010/main" val="235314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6145-2050-781C-7C98-B8994149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6F028C9-B126-35ED-D687-0660A049A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949620"/>
              </p:ext>
            </p:extLst>
          </p:nvPr>
        </p:nvGraphicFramePr>
        <p:xfrm>
          <a:off x="1030588" y="611595"/>
          <a:ext cx="3136900" cy="3492500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3691187097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20035335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abic Typesetting" panose="03020402040406030203" pitchFamily="66" charset="-78"/>
                        </a:rPr>
                        <a:t>Data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abic Typesetting" panose="03020402040406030203" pitchFamily="66" charset="-78"/>
                        </a:rPr>
                        <a:t>Casos novos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8419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07/03/2020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44123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08/03/2020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79231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09/03/2020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58817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10/03/2020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43928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11/03/2020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33649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12/03/2020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70694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13/03/2020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63797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14/03/2020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59296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15/03/2020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96438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16/03/2020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608109"/>
                  </a:ext>
                </a:extLst>
              </a:tr>
            </a:tbl>
          </a:graphicData>
        </a:graphic>
      </p:graphicFrame>
      <p:sp>
        <p:nvSpPr>
          <p:cNvPr id="6" name="Chave Direita 5">
            <a:extLst>
              <a:ext uri="{FF2B5EF4-FFF2-40B4-BE49-F238E27FC236}">
                <a16:creationId xmlns:a16="http://schemas.microsoft.com/office/drawing/2014/main" id="{2ECF561F-1936-3858-6541-F399E762E1D0}"/>
              </a:ext>
            </a:extLst>
          </p:cNvPr>
          <p:cNvSpPr/>
          <p:nvPr/>
        </p:nvSpPr>
        <p:spPr>
          <a:xfrm>
            <a:off x="4275436" y="1272749"/>
            <a:ext cx="172995" cy="2187146"/>
          </a:xfrm>
          <a:prstGeom prst="rightBrace">
            <a:avLst>
              <a:gd name="adj1" fmla="val 50333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E9616C6-1F27-F254-FAC7-0381EC5BB736}"/>
              </a:ext>
            </a:extLst>
          </p:cNvPr>
          <p:cNvSpPr txBox="1"/>
          <p:nvPr/>
        </p:nvSpPr>
        <p:spPr>
          <a:xfrm>
            <a:off x="4448431" y="218165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itchFamily="2" charset="77"/>
              </a:rPr>
              <a:t>Média = 12,14</a:t>
            </a:r>
          </a:p>
        </p:txBody>
      </p:sp>
    </p:spTree>
    <p:extLst>
      <p:ext uri="{BB962C8B-B14F-4D97-AF65-F5344CB8AC3E}">
        <p14:creationId xmlns:p14="http://schemas.microsoft.com/office/powerpoint/2010/main" val="1426367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C40A0-A7F0-1D38-539C-2257F4B0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F578EB3-58CC-922B-04E7-E6CFFC5A3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820275"/>
              </p:ext>
            </p:extLst>
          </p:nvPr>
        </p:nvGraphicFramePr>
        <p:xfrm>
          <a:off x="1030588" y="611595"/>
          <a:ext cx="3136900" cy="3492500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3691187097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20035335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abic Typesetting" panose="03020402040406030203" pitchFamily="66" charset="-78"/>
                        </a:rPr>
                        <a:t>Data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abic Typesetting" panose="03020402040406030203" pitchFamily="66" charset="-78"/>
                        </a:rPr>
                        <a:t>Casos novos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8419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07/03/2020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44123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08/03/2020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79231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09/03/2020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58817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10/03/2020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43928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11/03/2020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33649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12/03/2020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70694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13/03/2020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63797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14/03/2020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59296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15/03/2020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96438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16/03/2020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608109"/>
                  </a:ext>
                </a:extLst>
              </a:tr>
            </a:tbl>
          </a:graphicData>
        </a:graphic>
      </p:graphicFrame>
      <p:sp>
        <p:nvSpPr>
          <p:cNvPr id="6" name="Chave Direita 5">
            <a:extLst>
              <a:ext uri="{FF2B5EF4-FFF2-40B4-BE49-F238E27FC236}">
                <a16:creationId xmlns:a16="http://schemas.microsoft.com/office/drawing/2014/main" id="{216394B9-F5C7-C7DD-3352-DECB3A9A7FEA}"/>
              </a:ext>
            </a:extLst>
          </p:cNvPr>
          <p:cNvSpPr/>
          <p:nvPr/>
        </p:nvSpPr>
        <p:spPr>
          <a:xfrm>
            <a:off x="4275436" y="1581671"/>
            <a:ext cx="172995" cy="2187146"/>
          </a:xfrm>
          <a:prstGeom prst="rightBrace">
            <a:avLst>
              <a:gd name="adj1" fmla="val 50333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8FFCD52-AD41-B4AF-8688-C2B00168E0E5}"/>
              </a:ext>
            </a:extLst>
          </p:cNvPr>
          <p:cNvSpPr txBox="1"/>
          <p:nvPr/>
        </p:nvSpPr>
        <p:spPr>
          <a:xfrm>
            <a:off x="4448431" y="2490578"/>
            <a:ext cx="169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itchFamily="2" charset="77"/>
              </a:rPr>
              <a:t>Média = 15,43</a:t>
            </a:r>
          </a:p>
        </p:txBody>
      </p:sp>
    </p:spTree>
    <p:extLst>
      <p:ext uri="{BB962C8B-B14F-4D97-AF65-F5344CB8AC3E}">
        <p14:creationId xmlns:p14="http://schemas.microsoft.com/office/powerpoint/2010/main" val="101210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FB45B-A16D-D9DD-1185-EC588E60A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FFE64BA-F337-4622-1C98-200B1FADF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9779"/>
              </p:ext>
            </p:extLst>
          </p:nvPr>
        </p:nvGraphicFramePr>
        <p:xfrm>
          <a:off x="1030588" y="611595"/>
          <a:ext cx="3136900" cy="3492500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3691187097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20035335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abic Typesetting" panose="03020402040406030203" pitchFamily="66" charset="-78"/>
                        </a:rPr>
                        <a:t>Data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abic Typesetting" panose="03020402040406030203" pitchFamily="66" charset="-78"/>
                        </a:rPr>
                        <a:t>Casos novos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8419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07/03/2020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44123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08/03/2020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79231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 Regular" pitchFamily="2" charset="77"/>
                        </a:rPr>
                        <a:t>09/03/2020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58817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10/03/2020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43928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11/03/2020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33649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12/03/2020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70694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13/03/2020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63797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14/03/2020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59296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15/03/2020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96438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16/03/2020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2794A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608109"/>
                  </a:ext>
                </a:extLst>
              </a:tr>
            </a:tbl>
          </a:graphicData>
        </a:graphic>
      </p:graphicFrame>
      <p:sp>
        <p:nvSpPr>
          <p:cNvPr id="6" name="Chave Direita 5">
            <a:extLst>
              <a:ext uri="{FF2B5EF4-FFF2-40B4-BE49-F238E27FC236}">
                <a16:creationId xmlns:a16="http://schemas.microsoft.com/office/drawing/2014/main" id="{73B677EF-A5D6-1585-6B24-48EB2566BE90}"/>
              </a:ext>
            </a:extLst>
          </p:cNvPr>
          <p:cNvSpPr/>
          <p:nvPr/>
        </p:nvSpPr>
        <p:spPr>
          <a:xfrm>
            <a:off x="4275436" y="1878235"/>
            <a:ext cx="172995" cy="2187146"/>
          </a:xfrm>
          <a:prstGeom prst="rightBrace">
            <a:avLst>
              <a:gd name="adj1" fmla="val 50333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C39EC8E-FA41-579B-1CAC-C97EAB639AB5}"/>
              </a:ext>
            </a:extLst>
          </p:cNvPr>
          <p:cNvSpPr txBox="1"/>
          <p:nvPr/>
        </p:nvSpPr>
        <p:spPr>
          <a:xfrm>
            <a:off x="4448431" y="278714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itchFamily="2" charset="77"/>
              </a:rPr>
              <a:t>Média = 25</a:t>
            </a:r>
          </a:p>
        </p:txBody>
      </p:sp>
    </p:spTree>
    <p:extLst>
      <p:ext uri="{BB962C8B-B14F-4D97-AF65-F5344CB8AC3E}">
        <p14:creationId xmlns:p14="http://schemas.microsoft.com/office/powerpoint/2010/main" val="3026532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9F09A-B4A8-CD1B-04C6-E8D2758CC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E5DE89A-B1D9-5E95-A64C-B6D5190AE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259082"/>
              </p:ext>
            </p:extLst>
          </p:nvPr>
        </p:nvGraphicFramePr>
        <p:xfrm>
          <a:off x="1030588" y="611595"/>
          <a:ext cx="3136899" cy="3492500"/>
        </p:xfrm>
        <a:graphic>
          <a:graphicData uri="http://schemas.openxmlformats.org/drawingml/2006/table">
            <a:tbl>
              <a:tblPr/>
              <a:tblGrid>
                <a:gridCol w="1574799">
                  <a:extLst>
                    <a:ext uri="{9D8B030D-6E8A-4147-A177-3AD203B41FA5}">
                      <a16:colId xmlns:a16="http://schemas.microsoft.com/office/drawing/2014/main" val="3691187097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20035335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abic Typesetting" panose="03020402040406030203" pitchFamily="66" charset="-78"/>
                        </a:rPr>
                        <a:t>Data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abic Typesetting" panose="03020402040406030203" pitchFamily="66" charset="-78"/>
                        </a:rPr>
                        <a:t>Casos novos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8419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07/03/2020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44123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08/03/2020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79231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 Regular" pitchFamily="2" charset="77"/>
                        </a:rPr>
                        <a:t>09/03/2020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58817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10/03/2020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43928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11/03/2020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33649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12/03/2020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70694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13/03/2020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63797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14/03/2020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59296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15/03/2020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96438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16/03/2020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608109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672EDCF-0217-193C-0432-4C1674701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206157"/>
              </p:ext>
            </p:extLst>
          </p:nvPr>
        </p:nvGraphicFramePr>
        <p:xfrm>
          <a:off x="5662315" y="611595"/>
          <a:ext cx="4724400" cy="3492500"/>
        </p:xfrm>
        <a:graphic>
          <a:graphicData uri="http://schemas.openxmlformats.org/drawingml/2006/table">
            <a:tbl>
              <a:tblPr/>
              <a:tblGrid>
                <a:gridCol w="1573742">
                  <a:extLst>
                    <a:ext uri="{9D8B030D-6E8A-4147-A177-3AD203B41FA5}">
                      <a16:colId xmlns:a16="http://schemas.microsoft.com/office/drawing/2014/main" val="1184452875"/>
                    </a:ext>
                  </a:extLst>
                </a:gridCol>
                <a:gridCol w="1561051">
                  <a:extLst>
                    <a:ext uri="{9D8B030D-6E8A-4147-A177-3AD203B41FA5}">
                      <a16:colId xmlns:a16="http://schemas.microsoft.com/office/drawing/2014/main" val="2093012301"/>
                    </a:ext>
                  </a:extLst>
                </a:gridCol>
                <a:gridCol w="1589607">
                  <a:extLst>
                    <a:ext uri="{9D8B030D-6E8A-4147-A177-3AD203B41FA5}">
                      <a16:colId xmlns:a16="http://schemas.microsoft.com/office/drawing/2014/main" val="62881969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Data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Casos novos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77"/>
                          <a:cs typeface="Arial" panose="020B0604020202020204" pitchFamily="34" charset="0"/>
                        </a:rPr>
                        <a:t>Média móvel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10564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07/03/2020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Nunito Regular" pitchFamily="2" charset="7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62617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08/03/2020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Nunito Regular" pitchFamily="2" charset="7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7622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09/03/2020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Nunito Regular" pitchFamily="2" charset="7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56705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10/03/2020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Nunito Regular" pitchFamily="2" charset="7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1546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11/03/2020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Nunito Regular" pitchFamily="2" charset="7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9921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12/03/2020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Nunito Regular" pitchFamily="2" charset="7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6816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13/03/2020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9,86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1861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14/03/2020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12,14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8622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15/03/2020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15,43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35027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16/03/2020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 Regular" pitchFamily="2" charset="77"/>
                        </a:rPr>
                        <a:t>25,00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589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9050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179</Words>
  <Application>Microsoft Macintosh PowerPoint</Application>
  <PresentationFormat>Widescreen</PresentationFormat>
  <Paragraphs>163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Nunito</vt:lpstr>
      <vt:lpstr>Nunito Regular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 Peres</dc:creator>
  <cp:lastModifiedBy>Fernanda Peres</cp:lastModifiedBy>
  <cp:revision>2</cp:revision>
  <dcterms:created xsi:type="dcterms:W3CDTF">2026-07-01T17:44:44Z</dcterms:created>
  <dcterms:modified xsi:type="dcterms:W3CDTF">2026-07-01T19:10:42Z</dcterms:modified>
</cp:coreProperties>
</file>