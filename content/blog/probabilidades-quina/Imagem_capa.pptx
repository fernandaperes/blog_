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1" r:id="rId4"/>
    <p:sldId id="259" r:id="rId5"/>
    <p:sldId id="257" r:id="rId6"/>
    <p:sldId id="258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116A"/>
    <a:srgbClr val="1E1E61"/>
    <a:srgbClr val="2C2B88"/>
    <a:srgbClr val="FFFBF0"/>
    <a:srgbClr val="8581BF"/>
    <a:srgbClr val="CFB9E6"/>
    <a:srgbClr val="826DB1"/>
    <a:srgbClr val="6352A3"/>
    <a:srgbClr val="DAD6CD"/>
    <a:srgbClr val="2E8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99"/>
  </p:normalViewPr>
  <p:slideViewPr>
    <p:cSldViewPr snapToGrid="0">
      <p:cViewPr>
        <p:scale>
          <a:sx n="90" d="100"/>
          <a:sy n="90" d="100"/>
        </p:scale>
        <p:origin x="109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3F5D4-8CA3-9E46-9E72-F180E59A1460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E88BC-58B6-DC43-9504-F90881ED6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13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E88BC-58B6-DC43-9504-F90881ED6CB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35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65B06-7343-5B36-F9CB-321AE988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5F603A-674C-9554-9189-F24E7084F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4F4843-25CE-AEF3-2572-25C3E6591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1A9759-DC46-677F-D85A-6110B16A4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E88BC-58B6-DC43-9504-F90881ED6CB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63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2516F-5329-49B4-9841-ECAD67DE3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1C212F-6FC6-06DF-5E40-326594C6B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652A7E-84E7-321F-A0B8-CFC5BCC8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34994E-9CA7-66EA-FD9D-980AD0BE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124C7D-7C8D-5C6A-6E3E-F9B54AC0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D96C-D15C-ED7B-7B21-F6536A90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23B23D-2A69-015A-4992-0604C52B6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25693F-9720-9DDA-26E1-6E25E6F1D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322AF9-D631-9F5D-237C-C04EFA431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99A89E-4B3B-4A90-3600-CF0DBE23A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0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57329-F07D-238B-EA00-F14B83E21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62F9AD-CFF9-9BA7-A0C0-DF10E2D51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3813D5-0D03-EF4A-7B97-0BCA5F5A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6A9261-A799-9801-3553-A18F173C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BD59BC-EB25-4048-EDB1-160F5CC8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447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0EB5D-A743-1BC9-45C0-EC3B9716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6B51AB-EE98-70CD-8A1F-11EC0EEE0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A08C06-C560-ABB4-976F-2344B8458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45F4B2-33EC-24F1-38CF-B9CD325A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D6E1EF-EECA-EBEB-AF8D-A83043BD0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1977D5-FCB5-54CF-FC0F-BE4CBD13A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655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3397C-D403-4F17-6DF2-0E9118C9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ABC8A8-71BE-8C58-FF86-678146192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45254-18AB-ECC0-AE25-8C3F03899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380E86A-7B52-1666-DB31-5200832AD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52C28C-2B67-8858-8089-6E551C5AB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5569D8-0A10-0CC8-4925-AD9479DF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A787ED-D8A9-B156-3B7B-25E95ABC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4D4693-6194-9155-A912-DC216E46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21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0E195-792F-BA36-F639-F76ED1C6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9EF26EC-AAFC-BA82-FB60-A5D7DBA8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CCE2A3-85B9-B31B-A20B-8BB13D34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D2D38A-46F8-6E41-A3B1-00A7D8643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946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3817BF-D3E3-E6A2-A5D7-E68A7BC8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67F403A-3405-F5CC-AE72-889CD7B9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3D0D98-F861-11D7-731E-BF1C0238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85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2BDEB-3970-6C6C-C303-B1201D3C7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8EF3C6-13C2-75DC-BDEB-4DA0268B7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540577-1F6F-55C4-AE1C-DACDC9AFE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93A482-1B0E-676B-1A24-5F92E421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54BBA8-1427-FED8-4BE7-8ECBEC37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56B7FC-4699-3166-3743-E2C8A34A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46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9792F-5B55-6230-D39A-DA1375E7F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E35DA13-E408-E1B5-7E11-CBFED79EF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2D3BAC-1EDA-CDC6-9FE8-48915653E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4783F5-BF22-DD5F-247C-691065A4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47D19B-5597-1028-F48C-7C35F2B5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E40830-0339-4BCE-53E3-ACF89801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02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C4F8A-1B36-5FD5-1789-2AC5B995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B100C1-DF3E-7DCF-F06E-425069847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3064E8-02CA-65C5-5CA0-0F50F30A2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E7FC3F-4761-8502-BCF9-56D85812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08D10C-4BC8-AB1F-2CB2-B513E9D7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30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3E94C3-DAAC-22F7-FBB0-FE050E8D2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43CF1E-C4CC-8F52-C195-66519D13B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B8395-0514-85CB-D170-D26EF88F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509A6B-D29C-5DA7-1B5E-57FA486B7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D4D4BE-C5B2-F86A-008F-2A6F98D9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19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4ECA27C-F809-43B0-A3B4-9AC60834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555F78-E998-51AD-6A57-5989E714C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654864-17F4-46E1-535A-3C31958C39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C8E82-B1F5-B841-A24C-24EDCCE8D79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3B31FC-D89D-1D8C-A4A0-FFADAD835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33CA81-6E52-5043-75A4-BB82B7993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947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D260B41-13FD-127F-9F79-03B875F18293}"/>
              </a:ext>
            </a:extLst>
          </p:cNvPr>
          <p:cNvSpPr/>
          <p:nvPr/>
        </p:nvSpPr>
        <p:spPr>
          <a:xfrm>
            <a:off x="3574321" y="654148"/>
            <a:ext cx="5043357" cy="62038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E981A45-0D0B-3BC1-56BC-2BA33278E1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38" t="26036" r="15444" b="46310"/>
          <a:stretch>
            <a:fillRect/>
          </a:stretch>
        </p:blipFill>
        <p:spPr>
          <a:xfrm>
            <a:off x="3879748" y="891384"/>
            <a:ext cx="4661109" cy="1313481"/>
          </a:xfrm>
          <a:prstGeom prst="rect">
            <a:avLst/>
          </a:prstGeom>
        </p:spPr>
      </p:pic>
      <p:sp>
        <p:nvSpPr>
          <p:cNvPr id="1178" name="Retângulo 1177">
            <a:extLst>
              <a:ext uri="{FF2B5EF4-FFF2-40B4-BE49-F238E27FC236}">
                <a16:creationId xmlns:a16="http://schemas.microsoft.com/office/drawing/2014/main" id="{4C74F00D-5234-999E-F171-B17D094F510F}"/>
              </a:ext>
            </a:extLst>
          </p:cNvPr>
          <p:cNvSpPr/>
          <p:nvPr/>
        </p:nvSpPr>
        <p:spPr>
          <a:xfrm>
            <a:off x="3899994" y="906797"/>
            <a:ext cx="747204" cy="798435"/>
          </a:xfrm>
          <a:prstGeom prst="rect">
            <a:avLst/>
          </a:prstGeom>
          <a:solidFill>
            <a:srgbClr val="2C2B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2AEAD07-684F-64E7-87E5-DD7654B6CCBA}"/>
              </a:ext>
            </a:extLst>
          </p:cNvPr>
          <p:cNvSpPr/>
          <p:nvPr/>
        </p:nvSpPr>
        <p:spPr>
          <a:xfrm>
            <a:off x="3912359" y="2792749"/>
            <a:ext cx="4608254" cy="2312864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9747FC-523B-9616-CB0E-508C5ECD9FD4}"/>
              </a:ext>
            </a:extLst>
          </p:cNvPr>
          <p:cNvSpPr txBox="1"/>
          <p:nvPr/>
        </p:nvSpPr>
        <p:spPr>
          <a:xfrm>
            <a:off x="5808781" y="906797"/>
            <a:ext cx="2695723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72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quina</a:t>
            </a:r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58ACDC77-0AAF-2231-A468-BBEF21259E6E}"/>
              </a:ext>
            </a:extLst>
          </p:cNvPr>
          <p:cNvGrpSpPr/>
          <p:nvPr/>
        </p:nvGrpSpPr>
        <p:grpSpPr>
          <a:xfrm>
            <a:off x="4002601" y="2813237"/>
            <a:ext cx="4416114" cy="307777"/>
            <a:chOff x="7289572" y="2889564"/>
            <a:chExt cx="4416114" cy="307777"/>
          </a:xfrm>
        </p:grpSpPr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B8B8351D-25C1-5AB1-C454-B5B7EF233183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[01]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0A00953C-6222-A7C6-0E3B-ECFE6ECFA119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[02]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DD29849A-9CDE-197D-3765-B6398855528C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[03]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CB0C1910-8C86-8EFE-FA4B-2F94469DEF44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[04]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C2EE609A-F1F5-913C-CEB2-C0AC596FB0F5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[05]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0FDC9086-FC24-46EE-76ED-5685D603DE92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[06]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07D1CA1A-08B5-0175-5744-E3AB40C49482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[07]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A9B0039D-BED3-29DF-9CE2-3BC381FB28ED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[08]</a:t>
              </a: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14CC455C-D8F2-5FB0-9D81-F81408E2F58D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[09]</a:t>
              </a: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96BE2EF6-6DED-6308-DC81-0EBBEC33FA0D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[10]</a:t>
              </a:r>
            </a:p>
          </p:txBody>
        </p: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2625CFAF-1DC4-59D1-B89D-60C80E6F8463}"/>
              </a:ext>
            </a:extLst>
          </p:cNvPr>
          <p:cNvGrpSpPr/>
          <p:nvPr/>
        </p:nvGrpSpPr>
        <p:grpSpPr>
          <a:xfrm>
            <a:off x="4002601" y="3058184"/>
            <a:ext cx="4416114" cy="307777"/>
            <a:chOff x="7289572" y="2889564"/>
            <a:chExt cx="4416114" cy="307777"/>
          </a:xfrm>
        </p:grpSpPr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99E5A1D0-A5FC-7575-0C6A-990D4134BD7B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[11]</a:t>
              </a: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91D73020-7BA1-E9C4-0D81-EC921C457BE5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[12]</a:t>
              </a:r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94F0958F-463C-D3D3-0A93-CFC2AA41E3F0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[13]</a:t>
              </a:r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1725147F-E80C-FEB4-6C3D-931FE2F9B652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[14]</a:t>
              </a:r>
            </a:p>
          </p:txBody>
        </p: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5EBD3B7E-EA50-AE90-0BD4-CF8E53E90FA6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[15]</a:t>
              </a:r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3D7D1CDA-E1A5-3980-7592-9693B19A9719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[16]</a:t>
              </a:r>
            </a:p>
          </p:txBody>
        </p: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B581D90F-57A7-CD87-8CD5-455F6068F058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[17]</a:t>
              </a:r>
            </a:p>
          </p:txBody>
        </p:sp>
        <p:sp>
          <p:nvSpPr>
            <p:cNvPr id="56" name="CaixaDeTexto 55">
              <a:extLst>
                <a:ext uri="{FF2B5EF4-FFF2-40B4-BE49-F238E27FC236}">
                  <a16:creationId xmlns:a16="http://schemas.microsoft.com/office/drawing/2014/main" id="{BE631C66-F4D6-1552-8D39-89159654238F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[18]</a:t>
              </a:r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3A2F7412-FC42-08A7-4773-9C447E681EC9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[19]</a:t>
              </a:r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A15C691C-6E4F-F730-9050-0EE64D653869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[20]</a:t>
              </a:r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D6938BE4-112F-14C6-DFB4-B402A0A23E83}"/>
              </a:ext>
            </a:extLst>
          </p:cNvPr>
          <p:cNvGrpSpPr/>
          <p:nvPr/>
        </p:nvGrpSpPr>
        <p:grpSpPr>
          <a:xfrm>
            <a:off x="4002601" y="3303131"/>
            <a:ext cx="4416114" cy="307777"/>
            <a:chOff x="7289572" y="2889564"/>
            <a:chExt cx="4416114" cy="307777"/>
          </a:xfrm>
        </p:grpSpPr>
        <p:sp>
          <p:nvSpPr>
            <p:cNvPr id="60" name="CaixaDeTexto 59">
              <a:extLst>
                <a:ext uri="{FF2B5EF4-FFF2-40B4-BE49-F238E27FC236}">
                  <a16:creationId xmlns:a16="http://schemas.microsoft.com/office/drawing/2014/main" id="{30A9170F-DEB7-B337-9FD8-AC60295A66E7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[21]</a:t>
              </a:r>
            </a:p>
          </p:txBody>
        </p:sp>
        <p:sp>
          <p:nvSpPr>
            <p:cNvPr id="61" name="CaixaDeTexto 60">
              <a:extLst>
                <a:ext uri="{FF2B5EF4-FFF2-40B4-BE49-F238E27FC236}">
                  <a16:creationId xmlns:a16="http://schemas.microsoft.com/office/drawing/2014/main" id="{D76445B5-DE96-54B6-6DC3-1E44F54C7225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[22]</a:t>
              </a:r>
            </a:p>
          </p:txBody>
        </p: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94DA637D-A83C-7F7E-D755-F3D1361CB284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[23]</a:t>
              </a:r>
            </a:p>
          </p:txBody>
        </p:sp>
        <p:sp>
          <p:nvSpPr>
            <p:cNvPr id="63" name="CaixaDeTexto 62">
              <a:extLst>
                <a:ext uri="{FF2B5EF4-FFF2-40B4-BE49-F238E27FC236}">
                  <a16:creationId xmlns:a16="http://schemas.microsoft.com/office/drawing/2014/main" id="{0C40EF40-7FFE-AA90-0060-D891F7585C1F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[24]</a:t>
              </a:r>
            </a:p>
          </p:txBody>
        </p:sp>
        <p:sp>
          <p:nvSpPr>
            <p:cNvPr id="1024" name="CaixaDeTexto 1023">
              <a:extLst>
                <a:ext uri="{FF2B5EF4-FFF2-40B4-BE49-F238E27FC236}">
                  <a16:creationId xmlns:a16="http://schemas.microsoft.com/office/drawing/2014/main" id="{04FC6200-C2D2-BECF-2263-CE7471166122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[25]</a:t>
              </a:r>
            </a:p>
          </p:txBody>
        </p:sp>
        <p:sp>
          <p:nvSpPr>
            <p:cNvPr id="1025" name="CaixaDeTexto 1024">
              <a:extLst>
                <a:ext uri="{FF2B5EF4-FFF2-40B4-BE49-F238E27FC236}">
                  <a16:creationId xmlns:a16="http://schemas.microsoft.com/office/drawing/2014/main" id="{19583C6D-72AB-9DA2-6980-DBB1E0D89BD1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[26]</a:t>
              </a:r>
            </a:p>
          </p:txBody>
        </p:sp>
        <p:sp>
          <p:nvSpPr>
            <p:cNvPr id="1027" name="CaixaDeTexto 1026">
              <a:extLst>
                <a:ext uri="{FF2B5EF4-FFF2-40B4-BE49-F238E27FC236}">
                  <a16:creationId xmlns:a16="http://schemas.microsoft.com/office/drawing/2014/main" id="{E88548BF-E8A4-B1F6-0A3C-17F2220AA669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[27]</a:t>
              </a:r>
            </a:p>
          </p:txBody>
        </p:sp>
        <p:sp>
          <p:nvSpPr>
            <p:cNvPr id="1028" name="CaixaDeTexto 1027">
              <a:extLst>
                <a:ext uri="{FF2B5EF4-FFF2-40B4-BE49-F238E27FC236}">
                  <a16:creationId xmlns:a16="http://schemas.microsoft.com/office/drawing/2014/main" id="{24F344CF-8754-2EA9-DC81-AAF86BFF7675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[28]</a:t>
              </a:r>
            </a:p>
          </p:txBody>
        </p:sp>
        <p:sp>
          <p:nvSpPr>
            <p:cNvPr id="1029" name="CaixaDeTexto 1028">
              <a:extLst>
                <a:ext uri="{FF2B5EF4-FFF2-40B4-BE49-F238E27FC236}">
                  <a16:creationId xmlns:a16="http://schemas.microsoft.com/office/drawing/2014/main" id="{028440D8-337C-9C63-8931-AB0F11A4FB60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[29]</a:t>
              </a:r>
            </a:p>
          </p:txBody>
        </p:sp>
        <p:sp>
          <p:nvSpPr>
            <p:cNvPr id="1030" name="CaixaDeTexto 1029">
              <a:extLst>
                <a:ext uri="{FF2B5EF4-FFF2-40B4-BE49-F238E27FC236}">
                  <a16:creationId xmlns:a16="http://schemas.microsoft.com/office/drawing/2014/main" id="{16164AE2-596E-44E3-A3EB-824141C3C861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[30]</a:t>
              </a:r>
            </a:p>
          </p:txBody>
        </p:sp>
      </p:grpSp>
      <p:grpSp>
        <p:nvGrpSpPr>
          <p:cNvPr id="1031" name="Agrupar 1030">
            <a:extLst>
              <a:ext uri="{FF2B5EF4-FFF2-40B4-BE49-F238E27FC236}">
                <a16:creationId xmlns:a16="http://schemas.microsoft.com/office/drawing/2014/main" id="{507C8D2B-46FF-5526-EFB0-C0ADEB863761}"/>
              </a:ext>
            </a:extLst>
          </p:cNvPr>
          <p:cNvGrpSpPr/>
          <p:nvPr/>
        </p:nvGrpSpPr>
        <p:grpSpPr>
          <a:xfrm>
            <a:off x="4002601" y="3548078"/>
            <a:ext cx="4416114" cy="307777"/>
            <a:chOff x="7289572" y="2889564"/>
            <a:chExt cx="4416114" cy="307777"/>
          </a:xfrm>
        </p:grpSpPr>
        <p:sp>
          <p:nvSpPr>
            <p:cNvPr id="1032" name="CaixaDeTexto 1031">
              <a:extLst>
                <a:ext uri="{FF2B5EF4-FFF2-40B4-BE49-F238E27FC236}">
                  <a16:creationId xmlns:a16="http://schemas.microsoft.com/office/drawing/2014/main" id="{CA2C05C9-EC1C-FF97-CB9D-2789F14099FB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[31]</a:t>
              </a:r>
            </a:p>
          </p:txBody>
        </p:sp>
        <p:sp>
          <p:nvSpPr>
            <p:cNvPr id="1033" name="CaixaDeTexto 1032">
              <a:extLst>
                <a:ext uri="{FF2B5EF4-FFF2-40B4-BE49-F238E27FC236}">
                  <a16:creationId xmlns:a16="http://schemas.microsoft.com/office/drawing/2014/main" id="{932C2CB1-4F4D-D935-6892-3DE82C7600E7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[32]</a:t>
              </a:r>
            </a:p>
          </p:txBody>
        </p:sp>
        <p:sp>
          <p:nvSpPr>
            <p:cNvPr id="1034" name="CaixaDeTexto 1033">
              <a:extLst>
                <a:ext uri="{FF2B5EF4-FFF2-40B4-BE49-F238E27FC236}">
                  <a16:creationId xmlns:a16="http://schemas.microsoft.com/office/drawing/2014/main" id="{F6C80FA8-1014-0382-4EBE-6DA00DF5A1B7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[33]</a:t>
              </a:r>
            </a:p>
          </p:txBody>
        </p:sp>
        <p:sp>
          <p:nvSpPr>
            <p:cNvPr id="1035" name="CaixaDeTexto 1034">
              <a:extLst>
                <a:ext uri="{FF2B5EF4-FFF2-40B4-BE49-F238E27FC236}">
                  <a16:creationId xmlns:a16="http://schemas.microsoft.com/office/drawing/2014/main" id="{CD185281-255C-7008-38C8-5C1C4C03F453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[34]</a:t>
              </a:r>
            </a:p>
          </p:txBody>
        </p:sp>
        <p:sp>
          <p:nvSpPr>
            <p:cNvPr id="1036" name="CaixaDeTexto 1035">
              <a:extLst>
                <a:ext uri="{FF2B5EF4-FFF2-40B4-BE49-F238E27FC236}">
                  <a16:creationId xmlns:a16="http://schemas.microsoft.com/office/drawing/2014/main" id="{38F48960-A9A4-27DA-94A0-A53734E57F72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[35]</a:t>
              </a:r>
            </a:p>
          </p:txBody>
        </p:sp>
        <p:sp>
          <p:nvSpPr>
            <p:cNvPr id="1037" name="CaixaDeTexto 1036">
              <a:extLst>
                <a:ext uri="{FF2B5EF4-FFF2-40B4-BE49-F238E27FC236}">
                  <a16:creationId xmlns:a16="http://schemas.microsoft.com/office/drawing/2014/main" id="{643A7CF5-EDB3-8931-A4D0-CEB54CD4109B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[36]</a:t>
              </a:r>
            </a:p>
          </p:txBody>
        </p:sp>
        <p:sp>
          <p:nvSpPr>
            <p:cNvPr id="1038" name="CaixaDeTexto 1037">
              <a:extLst>
                <a:ext uri="{FF2B5EF4-FFF2-40B4-BE49-F238E27FC236}">
                  <a16:creationId xmlns:a16="http://schemas.microsoft.com/office/drawing/2014/main" id="{2C91FD95-79FA-4229-62D6-AF741971C0BC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[37]</a:t>
              </a:r>
            </a:p>
          </p:txBody>
        </p:sp>
        <p:sp>
          <p:nvSpPr>
            <p:cNvPr id="1039" name="CaixaDeTexto 1038">
              <a:extLst>
                <a:ext uri="{FF2B5EF4-FFF2-40B4-BE49-F238E27FC236}">
                  <a16:creationId xmlns:a16="http://schemas.microsoft.com/office/drawing/2014/main" id="{E828678F-90B2-560E-3ACF-836FBDEA48DF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[38]</a:t>
              </a:r>
            </a:p>
          </p:txBody>
        </p:sp>
        <p:sp>
          <p:nvSpPr>
            <p:cNvPr id="1040" name="CaixaDeTexto 1039">
              <a:extLst>
                <a:ext uri="{FF2B5EF4-FFF2-40B4-BE49-F238E27FC236}">
                  <a16:creationId xmlns:a16="http://schemas.microsoft.com/office/drawing/2014/main" id="{A39BDB57-189B-4A39-260D-04A28F8A1DA1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[39]</a:t>
              </a:r>
            </a:p>
          </p:txBody>
        </p:sp>
        <p:sp>
          <p:nvSpPr>
            <p:cNvPr id="1041" name="CaixaDeTexto 1040">
              <a:extLst>
                <a:ext uri="{FF2B5EF4-FFF2-40B4-BE49-F238E27FC236}">
                  <a16:creationId xmlns:a16="http://schemas.microsoft.com/office/drawing/2014/main" id="{EA23B235-F207-4AD6-3AB4-79716973A86E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[40]</a:t>
              </a:r>
            </a:p>
          </p:txBody>
        </p:sp>
      </p:grpSp>
      <p:grpSp>
        <p:nvGrpSpPr>
          <p:cNvPr id="1042" name="Agrupar 1041">
            <a:extLst>
              <a:ext uri="{FF2B5EF4-FFF2-40B4-BE49-F238E27FC236}">
                <a16:creationId xmlns:a16="http://schemas.microsoft.com/office/drawing/2014/main" id="{590F7CAC-311B-97B4-F60F-34C9F0B9388B}"/>
              </a:ext>
            </a:extLst>
          </p:cNvPr>
          <p:cNvGrpSpPr/>
          <p:nvPr/>
        </p:nvGrpSpPr>
        <p:grpSpPr>
          <a:xfrm>
            <a:off x="4002601" y="3793025"/>
            <a:ext cx="4416114" cy="307777"/>
            <a:chOff x="7289572" y="2889564"/>
            <a:chExt cx="4416114" cy="307777"/>
          </a:xfrm>
        </p:grpSpPr>
        <p:sp>
          <p:nvSpPr>
            <p:cNvPr id="1043" name="CaixaDeTexto 1042">
              <a:extLst>
                <a:ext uri="{FF2B5EF4-FFF2-40B4-BE49-F238E27FC236}">
                  <a16:creationId xmlns:a16="http://schemas.microsoft.com/office/drawing/2014/main" id="{D1B5971E-3313-59AE-9E27-5E7AB4ED1524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[41]</a:t>
              </a:r>
            </a:p>
          </p:txBody>
        </p:sp>
        <p:sp>
          <p:nvSpPr>
            <p:cNvPr id="1044" name="CaixaDeTexto 1043">
              <a:extLst>
                <a:ext uri="{FF2B5EF4-FFF2-40B4-BE49-F238E27FC236}">
                  <a16:creationId xmlns:a16="http://schemas.microsoft.com/office/drawing/2014/main" id="{871315E1-2322-4279-B1AF-17CFDAFCDCE0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[42]</a:t>
              </a:r>
            </a:p>
          </p:txBody>
        </p:sp>
        <p:sp>
          <p:nvSpPr>
            <p:cNvPr id="1045" name="CaixaDeTexto 1044">
              <a:extLst>
                <a:ext uri="{FF2B5EF4-FFF2-40B4-BE49-F238E27FC236}">
                  <a16:creationId xmlns:a16="http://schemas.microsoft.com/office/drawing/2014/main" id="{7DCBCC72-6BC3-BAF2-3338-AEB924CECC8A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[43]</a:t>
              </a:r>
            </a:p>
          </p:txBody>
        </p:sp>
        <p:sp>
          <p:nvSpPr>
            <p:cNvPr id="1046" name="CaixaDeTexto 1045">
              <a:extLst>
                <a:ext uri="{FF2B5EF4-FFF2-40B4-BE49-F238E27FC236}">
                  <a16:creationId xmlns:a16="http://schemas.microsoft.com/office/drawing/2014/main" id="{01502E74-699B-089D-19E7-5D262FF9C46D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[44]</a:t>
              </a:r>
            </a:p>
          </p:txBody>
        </p:sp>
        <p:sp>
          <p:nvSpPr>
            <p:cNvPr id="1047" name="CaixaDeTexto 1046">
              <a:extLst>
                <a:ext uri="{FF2B5EF4-FFF2-40B4-BE49-F238E27FC236}">
                  <a16:creationId xmlns:a16="http://schemas.microsoft.com/office/drawing/2014/main" id="{4BBA680A-CA87-F4B1-8B84-B25290E0E48F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[45]</a:t>
              </a:r>
            </a:p>
          </p:txBody>
        </p:sp>
        <p:sp>
          <p:nvSpPr>
            <p:cNvPr id="1048" name="CaixaDeTexto 1047">
              <a:extLst>
                <a:ext uri="{FF2B5EF4-FFF2-40B4-BE49-F238E27FC236}">
                  <a16:creationId xmlns:a16="http://schemas.microsoft.com/office/drawing/2014/main" id="{E0534CB7-AF4C-6BE1-4DA1-F9BD34A398D6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[46]</a:t>
              </a:r>
            </a:p>
          </p:txBody>
        </p:sp>
        <p:sp>
          <p:nvSpPr>
            <p:cNvPr id="1049" name="CaixaDeTexto 1048">
              <a:extLst>
                <a:ext uri="{FF2B5EF4-FFF2-40B4-BE49-F238E27FC236}">
                  <a16:creationId xmlns:a16="http://schemas.microsoft.com/office/drawing/2014/main" id="{B0F5E2E0-D819-49F7-FA46-7297B9419755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[47]</a:t>
              </a:r>
            </a:p>
          </p:txBody>
        </p:sp>
        <p:sp>
          <p:nvSpPr>
            <p:cNvPr id="1050" name="CaixaDeTexto 1049">
              <a:extLst>
                <a:ext uri="{FF2B5EF4-FFF2-40B4-BE49-F238E27FC236}">
                  <a16:creationId xmlns:a16="http://schemas.microsoft.com/office/drawing/2014/main" id="{58E1277B-94B7-F51A-EC38-37B70C59C703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[48]</a:t>
              </a:r>
            </a:p>
          </p:txBody>
        </p:sp>
        <p:sp>
          <p:nvSpPr>
            <p:cNvPr id="1051" name="CaixaDeTexto 1050">
              <a:extLst>
                <a:ext uri="{FF2B5EF4-FFF2-40B4-BE49-F238E27FC236}">
                  <a16:creationId xmlns:a16="http://schemas.microsoft.com/office/drawing/2014/main" id="{20BFF057-EBB6-A111-6637-ACF8C7CAA69C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[49]</a:t>
              </a:r>
            </a:p>
          </p:txBody>
        </p:sp>
        <p:sp>
          <p:nvSpPr>
            <p:cNvPr id="1052" name="CaixaDeTexto 1051">
              <a:extLst>
                <a:ext uri="{FF2B5EF4-FFF2-40B4-BE49-F238E27FC236}">
                  <a16:creationId xmlns:a16="http://schemas.microsoft.com/office/drawing/2014/main" id="{E7AAA5D8-32D2-981D-DF80-890B43752739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[50]</a:t>
              </a:r>
            </a:p>
          </p:txBody>
        </p:sp>
      </p:grpSp>
      <p:grpSp>
        <p:nvGrpSpPr>
          <p:cNvPr id="1053" name="Agrupar 1052">
            <a:extLst>
              <a:ext uri="{FF2B5EF4-FFF2-40B4-BE49-F238E27FC236}">
                <a16:creationId xmlns:a16="http://schemas.microsoft.com/office/drawing/2014/main" id="{6FA5FA2F-7D6C-B69B-1B21-7196C6A285E7}"/>
              </a:ext>
            </a:extLst>
          </p:cNvPr>
          <p:cNvGrpSpPr/>
          <p:nvPr/>
        </p:nvGrpSpPr>
        <p:grpSpPr>
          <a:xfrm>
            <a:off x="4002246" y="4037971"/>
            <a:ext cx="4416114" cy="307777"/>
            <a:chOff x="7289572" y="2889564"/>
            <a:chExt cx="4416114" cy="307777"/>
          </a:xfrm>
        </p:grpSpPr>
        <p:sp>
          <p:nvSpPr>
            <p:cNvPr id="1054" name="CaixaDeTexto 1053">
              <a:extLst>
                <a:ext uri="{FF2B5EF4-FFF2-40B4-BE49-F238E27FC236}">
                  <a16:creationId xmlns:a16="http://schemas.microsoft.com/office/drawing/2014/main" id="{6FF8F5EA-7F11-ABBD-23C2-C4B98EFF6B98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[51]</a:t>
              </a:r>
            </a:p>
          </p:txBody>
        </p:sp>
        <p:sp>
          <p:nvSpPr>
            <p:cNvPr id="1055" name="CaixaDeTexto 1054">
              <a:extLst>
                <a:ext uri="{FF2B5EF4-FFF2-40B4-BE49-F238E27FC236}">
                  <a16:creationId xmlns:a16="http://schemas.microsoft.com/office/drawing/2014/main" id="{0C532C65-EA85-9BF9-3E4D-B0EFD2C19CF9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[52]</a:t>
              </a:r>
            </a:p>
          </p:txBody>
        </p:sp>
        <p:sp>
          <p:nvSpPr>
            <p:cNvPr id="1056" name="CaixaDeTexto 1055">
              <a:extLst>
                <a:ext uri="{FF2B5EF4-FFF2-40B4-BE49-F238E27FC236}">
                  <a16:creationId xmlns:a16="http://schemas.microsoft.com/office/drawing/2014/main" id="{8E9CC93C-7BFB-2EB4-8BFA-282131E41264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[53]</a:t>
              </a:r>
            </a:p>
          </p:txBody>
        </p:sp>
        <p:sp>
          <p:nvSpPr>
            <p:cNvPr id="1057" name="CaixaDeTexto 1056">
              <a:extLst>
                <a:ext uri="{FF2B5EF4-FFF2-40B4-BE49-F238E27FC236}">
                  <a16:creationId xmlns:a16="http://schemas.microsoft.com/office/drawing/2014/main" id="{AB5FDBA1-0823-1BCB-7B32-C57A1089846B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[54]</a:t>
              </a:r>
            </a:p>
          </p:txBody>
        </p:sp>
        <p:sp>
          <p:nvSpPr>
            <p:cNvPr id="1058" name="CaixaDeTexto 1057">
              <a:extLst>
                <a:ext uri="{FF2B5EF4-FFF2-40B4-BE49-F238E27FC236}">
                  <a16:creationId xmlns:a16="http://schemas.microsoft.com/office/drawing/2014/main" id="{7929DDC3-B2CC-21CC-5AF4-F4671A31A9CB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[55]</a:t>
              </a:r>
            </a:p>
          </p:txBody>
        </p:sp>
        <p:sp>
          <p:nvSpPr>
            <p:cNvPr id="1059" name="CaixaDeTexto 1058">
              <a:extLst>
                <a:ext uri="{FF2B5EF4-FFF2-40B4-BE49-F238E27FC236}">
                  <a16:creationId xmlns:a16="http://schemas.microsoft.com/office/drawing/2014/main" id="{33469063-FE31-F375-6F2E-23B0B8FF9E58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[56]</a:t>
              </a:r>
            </a:p>
          </p:txBody>
        </p:sp>
        <p:sp>
          <p:nvSpPr>
            <p:cNvPr id="1060" name="CaixaDeTexto 1059">
              <a:extLst>
                <a:ext uri="{FF2B5EF4-FFF2-40B4-BE49-F238E27FC236}">
                  <a16:creationId xmlns:a16="http://schemas.microsoft.com/office/drawing/2014/main" id="{D24F0D02-D63A-0569-D179-1C448D814D79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[57]</a:t>
              </a:r>
            </a:p>
          </p:txBody>
        </p:sp>
        <p:sp>
          <p:nvSpPr>
            <p:cNvPr id="1061" name="CaixaDeTexto 1060">
              <a:extLst>
                <a:ext uri="{FF2B5EF4-FFF2-40B4-BE49-F238E27FC236}">
                  <a16:creationId xmlns:a16="http://schemas.microsoft.com/office/drawing/2014/main" id="{27617D64-1F07-1120-0404-4DC5B0150141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[58]</a:t>
              </a:r>
            </a:p>
          </p:txBody>
        </p:sp>
        <p:sp>
          <p:nvSpPr>
            <p:cNvPr id="1062" name="CaixaDeTexto 1061">
              <a:extLst>
                <a:ext uri="{FF2B5EF4-FFF2-40B4-BE49-F238E27FC236}">
                  <a16:creationId xmlns:a16="http://schemas.microsoft.com/office/drawing/2014/main" id="{9B7F4801-3C9F-D177-4316-E08AF86C5628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[59]</a:t>
              </a:r>
            </a:p>
          </p:txBody>
        </p:sp>
        <p:sp>
          <p:nvSpPr>
            <p:cNvPr id="1063" name="CaixaDeTexto 1062">
              <a:extLst>
                <a:ext uri="{FF2B5EF4-FFF2-40B4-BE49-F238E27FC236}">
                  <a16:creationId xmlns:a16="http://schemas.microsoft.com/office/drawing/2014/main" id="{F82EB12D-D177-8CB6-F68A-A740E3C2D34C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[60]</a:t>
              </a:r>
            </a:p>
          </p:txBody>
        </p:sp>
      </p:grpSp>
      <p:sp>
        <p:nvSpPr>
          <p:cNvPr id="1064" name="CaixaDeTexto 1063">
            <a:extLst>
              <a:ext uri="{FF2B5EF4-FFF2-40B4-BE49-F238E27FC236}">
                <a16:creationId xmlns:a16="http://schemas.microsoft.com/office/drawing/2014/main" id="{D8E304F6-FB5A-9C62-D86F-85E19F00E35E}"/>
              </a:ext>
            </a:extLst>
          </p:cNvPr>
          <p:cNvSpPr txBox="1"/>
          <p:nvPr/>
        </p:nvSpPr>
        <p:spPr>
          <a:xfrm>
            <a:off x="7923682" y="4773129"/>
            <a:ext cx="494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pt-BR" sz="1400" dirty="0">
                <a:solidFill>
                  <a:srgbClr val="FFFB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r>
              <a:rPr lang="pt-BR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065" name="CaixaDeTexto 1064">
            <a:extLst>
              <a:ext uri="{FF2B5EF4-FFF2-40B4-BE49-F238E27FC236}">
                <a16:creationId xmlns:a16="http://schemas.microsoft.com/office/drawing/2014/main" id="{545F3B1D-252E-F02F-7DEE-44DAD82B0033}"/>
              </a:ext>
            </a:extLst>
          </p:cNvPr>
          <p:cNvSpPr txBox="1"/>
          <p:nvPr/>
        </p:nvSpPr>
        <p:spPr>
          <a:xfrm>
            <a:off x="4012845" y="4844003"/>
            <a:ext cx="34188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anular esse jogo, marque ao lado:</a:t>
            </a:r>
          </a:p>
        </p:txBody>
      </p:sp>
      <p:sp>
        <p:nvSpPr>
          <p:cNvPr id="1066" name="CaixaDeTexto 1065">
            <a:extLst>
              <a:ext uri="{FF2B5EF4-FFF2-40B4-BE49-F238E27FC236}">
                <a16:creationId xmlns:a16="http://schemas.microsoft.com/office/drawing/2014/main" id="{596C80B3-5E85-1374-3D72-759355F6FF4D}"/>
              </a:ext>
            </a:extLst>
          </p:cNvPr>
          <p:cNvSpPr txBox="1"/>
          <p:nvPr/>
        </p:nvSpPr>
        <p:spPr>
          <a:xfrm>
            <a:off x="3899993" y="2304611"/>
            <a:ext cx="46206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2C2B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VOCÊ PODE JOGAR MARCANDO EM 1, 2 OU 3 DOS QUADROS ABAIXO.</a:t>
            </a:r>
          </a:p>
        </p:txBody>
      </p:sp>
      <p:sp>
        <p:nvSpPr>
          <p:cNvPr id="1067" name="Retângulo 1066">
            <a:extLst>
              <a:ext uri="{FF2B5EF4-FFF2-40B4-BE49-F238E27FC236}">
                <a16:creationId xmlns:a16="http://schemas.microsoft.com/office/drawing/2014/main" id="{18502224-29C4-53C3-E6C7-8BF45C971A39}"/>
              </a:ext>
            </a:extLst>
          </p:cNvPr>
          <p:cNvSpPr/>
          <p:nvPr/>
        </p:nvSpPr>
        <p:spPr>
          <a:xfrm>
            <a:off x="6698008" y="2643771"/>
            <a:ext cx="324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8" name="Retângulo 1067">
            <a:extLst>
              <a:ext uri="{FF2B5EF4-FFF2-40B4-BE49-F238E27FC236}">
                <a16:creationId xmlns:a16="http://schemas.microsoft.com/office/drawing/2014/main" id="{0206343B-F3A4-BE22-D30B-66F359759427}"/>
              </a:ext>
            </a:extLst>
          </p:cNvPr>
          <p:cNvSpPr/>
          <p:nvPr/>
        </p:nvSpPr>
        <p:spPr>
          <a:xfrm>
            <a:off x="8014263" y="2643771"/>
            <a:ext cx="324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9" name="Retângulo 1068">
            <a:extLst>
              <a:ext uri="{FF2B5EF4-FFF2-40B4-BE49-F238E27FC236}">
                <a16:creationId xmlns:a16="http://schemas.microsoft.com/office/drawing/2014/main" id="{D7B867D0-5477-2F50-9BB8-7C21A6B0CB02}"/>
              </a:ext>
            </a:extLst>
          </p:cNvPr>
          <p:cNvSpPr/>
          <p:nvPr/>
        </p:nvSpPr>
        <p:spPr>
          <a:xfrm>
            <a:off x="4087407" y="2643771"/>
            <a:ext cx="324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0" name="Retângulo 1069">
            <a:extLst>
              <a:ext uri="{FF2B5EF4-FFF2-40B4-BE49-F238E27FC236}">
                <a16:creationId xmlns:a16="http://schemas.microsoft.com/office/drawing/2014/main" id="{CC76DFC4-2BAA-AA79-34E3-6A2BECDABAC3}"/>
              </a:ext>
            </a:extLst>
          </p:cNvPr>
          <p:cNvSpPr/>
          <p:nvPr/>
        </p:nvSpPr>
        <p:spPr>
          <a:xfrm>
            <a:off x="3653340" y="2643771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1" name="Retângulo 1070">
            <a:extLst>
              <a:ext uri="{FF2B5EF4-FFF2-40B4-BE49-F238E27FC236}">
                <a16:creationId xmlns:a16="http://schemas.microsoft.com/office/drawing/2014/main" id="{571E2920-73F8-402E-9AF3-70784A66905C}"/>
              </a:ext>
            </a:extLst>
          </p:cNvPr>
          <p:cNvSpPr/>
          <p:nvPr/>
        </p:nvSpPr>
        <p:spPr>
          <a:xfrm>
            <a:off x="3653340" y="290445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5FD43593-3DAB-8A7F-998C-D33E4BFB6052}"/>
              </a:ext>
            </a:extLst>
          </p:cNvPr>
          <p:cNvSpPr/>
          <p:nvPr/>
        </p:nvSpPr>
        <p:spPr>
          <a:xfrm>
            <a:off x="3653340" y="315813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D4ADDB33-0B65-5FF8-275C-183586ECD82B}"/>
              </a:ext>
            </a:extLst>
          </p:cNvPr>
          <p:cNvSpPr/>
          <p:nvPr/>
        </p:nvSpPr>
        <p:spPr>
          <a:xfrm>
            <a:off x="3653340" y="341181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DE436EBE-79BA-06A2-8115-084E8FC271F2}"/>
              </a:ext>
            </a:extLst>
          </p:cNvPr>
          <p:cNvSpPr/>
          <p:nvPr/>
        </p:nvSpPr>
        <p:spPr>
          <a:xfrm>
            <a:off x="3653340" y="366549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7AA5E315-9317-8266-A3FA-15B039D1DC7F}"/>
              </a:ext>
            </a:extLst>
          </p:cNvPr>
          <p:cNvSpPr/>
          <p:nvPr/>
        </p:nvSpPr>
        <p:spPr>
          <a:xfrm>
            <a:off x="3653340" y="391917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5D91EA81-AD09-8A20-81BF-939E6B37BC4A}"/>
              </a:ext>
            </a:extLst>
          </p:cNvPr>
          <p:cNvSpPr/>
          <p:nvPr/>
        </p:nvSpPr>
        <p:spPr>
          <a:xfrm>
            <a:off x="3653340" y="417285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83F7634-3D53-178D-3AF1-85E600D26B9E}"/>
              </a:ext>
            </a:extLst>
          </p:cNvPr>
          <p:cNvSpPr/>
          <p:nvPr/>
        </p:nvSpPr>
        <p:spPr>
          <a:xfrm>
            <a:off x="3653340" y="492080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26" name="Agrupar 1025">
            <a:extLst>
              <a:ext uri="{FF2B5EF4-FFF2-40B4-BE49-F238E27FC236}">
                <a16:creationId xmlns:a16="http://schemas.microsoft.com/office/drawing/2014/main" id="{6ABDD242-358D-FF00-7C4F-FF6F0E75920A}"/>
              </a:ext>
            </a:extLst>
          </p:cNvPr>
          <p:cNvGrpSpPr/>
          <p:nvPr/>
        </p:nvGrpSpPr>
        <p:grpSpPr>
          <a:xfrm>
            <a:off x="4001891" y="4284292"/>
            <a:ext cx="4416114" cy="307777"/>
            <a:chOff x="7289572" y="2889564"/>
            <a:chExt cx="4416114" cy="307777"/>
          </a:xfrm>
        </p:grpSpPr>
        <p:sp>
          <p:nvSpPr>
            <p:cNvPr id="1147" name="CaixaDeTexto 1146">
              <a:extLst>
                <a:ext uri="{FF2B5EF4-FFF2-40B4-BE49-F238E27FC236}">
                  <a16:creationId xmlns:a16="http://schemas.microsoft.com/office/drawing/2014/main" id="{FE72E7D4-2BB1-B717-A07C-2387076B4508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[61]</a:t>
              </a:r>
            </a:p>
          </p:txBody>
        </p:sp>
        <p:sp>
          <p:nvSpPr>
            <p:cNvPr id="1148" name="CaixaDeTexto 1147">
              <a:extLst>
                <a:ext uri="{FF2B5EF4-FFF2-40B4-BE49-F238E27FC236}">
                  <a16:creationId xmlns:a16="http://schemas.microsoft.com/office/drawing/2014/main" id="{DF159498-7ED5-F13D-6A54-F9CC79984467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[62]</a:t>
              </a:r>
            </a:p>
          </p:txBody>
        </p:sp>
        <p:sp>
          <p:nvSpPr>
            <p:cNvPr id="1149" name="CaixaDeTexto 1148">
              <a:extLst>
                <a:ext uri="{FF2B5EF4-FFF2-40B4-BE49-F238E27FC236}">
                  <a16:creationId xmlns:a16="http://schemas.microsoft.com/office/drawing/2014/main" id="{6C97D37E-A490-7F63-F929-882299BC7238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[63]</a:t>
              </a:r>
            </a:p>
          </p:txBody>
        </p:sp>
        <p:sp>
          <p:nvSpPr>
            <p:cNvPr id="1150" name="CaixaDeTexto 1149">
              <a:extLst>
                <a:ext uri="{FF2B5EF4-FFF2-40B4-BE49-F238E27FC236}">
                  <a16:creationId xmlns:a16="http://schemas.microsoft.com/office/drawing/2014/main" id="{3E1A0626-C8B1-9DB8-C305-68FE083D5ECE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[64]</a:t>
              </a:r>
            </a:p>
          </p:txBody>
        </p:sp>
        <p:sp>
          <p:nvSpPr>
            <p:cNvPr id="1159" name="CaixaDeTexto 1158">
              <a:extLst>
                <a:ext uri="{FF2B5EF4-FFF2-40B4-BE49-F238E27FC236}">
                  <a16:creationId xmlns:a16="http://schemas.microsoft.com/office/drawing/2014/main" id="{A9EFD118-62F1-C5CC-EFF7-C96111E8A0E8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[65]</a:t>
              </a:r>
            </a:p>
          </p:txBody>
        </p:sp>
        <p:sp>
          <p:nvSpPr>
            <p:cNvPr id="1160" name="CaixaDeTexto 1159">
              <a:extLst>
                <a:ext uri="{FF2B5EF4-FFF2-40B4-BE49-F238E27FC236}">
                  <a16:creationId xmlns:a16="http://schemas.microsoft.com/office/drawing/2014/main" id="{9FA86030-6505-82CF-6369-ADF1787C695C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[66]</a:t>
              </a:r>
            </a:p>
          </p:txBody>
        </p:sp>
        <p:sp>
          <p:nvSpPr>
            <p:cNvPr id="1161" name="CaixaDeTexto 1160">
              <a:extLst>
                <a:ext uri="{FF2B5EF4-FFF2-40B4-BE49-F238E27FC236}">
                  <a16:creationId xmlns:a16="http://schemas.microsoft.com/office/drawing/2014/main" id="{36BC0449-CCD3-BC8A-5CC8-CBBF2F84EAD2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[67]</a:t>
              </a:r>
            </a:p>
          </p:txBody>
        </p:sp>
        <p:sp>
          <p:nvSpPr>
            <p:cNvPr id="1162" name="CaixaDeTexto 1161">
              <a:extLst>
                <a:ext uri="{FF2B5EF4-FFF2-40B4-BE49-F238E27FC236}">
                  <a16:creationId xmlns:a16="http://schemas.microsoft.com/office/drawing/2014/main" id="{55762B8E-2912-4928-BD42-DA6A7764E73B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[68]</a:t>
              </a:r>
            </a:p>
          </p:txBody>
        </p:sp>
        <p:sp>
          <p:nvSpPr>
            <p:cNvPr id="1163" name="CaixaDeTexto 1162">
              <a:extLst>
                <a:ext uri="{FF2B5EF4-FFF2-40B4-BE49-F238E27FC236}">
                  <a16:creationId xmlns:a16="http://schemas.microsoft.com/office/drawing/2014/main" id="{332C3876-D44D-AA40-D6C2-F4E66BCCD5AD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[69]</a:t>
              </a:r>
            </a:p>
          </p:txBody>
        </p:sp>
        <p:sp>
          <p:nvSpPr>
            <p:cNvPr id="1164" name="CaixaDeTexto 1163">
              <a:extLst>
                <a:ext uri="{FF2B5EF4-FFF2-40B4-BE49-F238E27FC236}">
                  <a16:creationId xmlns:a16="http://schemas.microsoft.com/office/drawing/2014/main" id="{5E072694-7133-96BE-D1B9-7405FFA812BA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[70]</a:t>
              </a:r>
            </a:p>
          </p:txBody>
        </p:sp>
      </p:grpSp>
      <p:sp>
        <p:nvSpPr>
          <p:cNvPr id="1165" name="Retângulo 1164">
            <a:extLst>
              <a:ext uri="{FF2B5EF4-FFF2-40B4-BE49-F238E27FC236}">
                <a16:creationId xmlns:a16="http://schemas.microsoft.com/office/drawing/2014/main" id="{C94F6F0C-05F3-F7EB-A29A-8C86B9A07857}"/>
              </a:ext>
            </a:extLst>
          </p:cNvPr>
          <p:cNvSpPr/>
          <p:nvPr/>
        </p:nvSpPr>
        <p:spPr>
          <a:xfrm>
            <a:off x="3652985" y="4419179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6" name="Agrupar 1165">
            <a:extLst>
              <a:ext uri="{FF2B5EF4-FFF2-40B4-BE49-F238E27FC236}">
                <a16:creationId xmlns:a16="http://schemas.microsoft.com/office/drawing/2014/main" id="{69C64B54-474E-F141-70DE-CEE27D200A93}"/>
              </a:ext>
            </a:extLst>
          </p:cNvPr>
          <p:cNvGrpSpPr/>
          <p:nvPr/>
        </p:nvGrpSpPr>
        <p:grpSpPr>
          <a:xfrm>
            <a:off x="4001891" y="4537203"/>
            <a:ext cx="4416114" cy="307777"/>
            <a:chOff x="7289572" y="2889564"/>
            <a:chExt cx="4416114" cy="307777"/>
          </a:xfrm>
        </p:grpSpPr>
        <p:sp>
          <p:nvSpPr>
            <p:cNvPr id="1167" name="CaixaDeTexto 1166">
              <a:extLst>
                <a:ext uri="{FF2B5EF4-FFF2-40B4-BE49-F238E27FC236}">
                  <a16:creationId xmlns:a16="http://schemas.microsoft.com/office/drawing/2014/main" id="{3765FB31-CE0D-D018-B522-4CEFEE461B64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[71]</a:t>
              </a:r>
            </a:p>
          </p:txBody>
        </p:sp>
        <p:sp>
          <p:nvSpPr>
            <p:cNvPr id="1168" name="CaixaDeTexto 1167">
              <a:extLst>
                <a:ext uri="{FF2B5EF4-FFF2-40B4-BE49-F238E27FC236}">
                  <a16:creationId xmlns:a16="http://schemas.microsoft.com/office/drawing/2014/main" id="{C55B808F-B695-A892-297C-9AE6ECF85DB5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[72]</a:t>
              </a:r>
            </a:p>
          </p:txBody>
        </p:sp>
        <p:sp>
          <p:nvSpPr>
            <p:cNvPr id="1169" name="CaixaDeTexto 1168">
              <a:extLst>
                <a:ext uri="{FF2B5EF4-FFF2-40B4-BE49-F238E27FC236}">
                  <a16:creationId xmlns:a16="http://schemas.microsoft.com/office/drawing/2014/main" id="{0F7E270A-97CC-E2DE-83D1-95A95A84BCDC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[73]</a:t>
              </a:r>
            </a:p>
          </p:txBody>
        </p:sp>
        <p:sp>
          <p:nvSpPr>
            <p:cNvPr id="1170" name="CaixaDeTexto 1169">
              <a:extLst>
                <a:ext uri="{FF2B5EF4-FFF2-40B4-BE49-F238E27FC236}">
                  <a16:creationId xmlns:a16="http://schemas.microsoft.com/office/drawing/2014/main" id="{1FA4AB1C-B792-DB5B-FAB2-B832A444ECA6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[74]</a:t>
              </a:r>
            </a:p>
          </p:txBody>
        </p:sp>
        <p:sp>
          <p:nvSpPr>
            <p:cNvPr id="1171" name="CaixaDeTexto 1170">
              <a:extLst>
                <a:ext uri="{FF2B5EF4-FFF2-40B4-BE49-F238E27FC236}">
                  <a16:creationId xmlns:a16="http://schemas.microsoft.com/office/drawing/2014/main" id="{6ABD799E-D235-AA50-036D-CDF15E53A35C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[75]</a:t>
              </a:r>
            </a:p>
          </p:txBody>
        </p:sp>
        <p:sp>
          <p:nvSpPr>
            <p:cNvPr id="1172" name="CaixaDeTexto 1171">
              <a:extLst>
                <a:ext uri="{FF2B5EF4-FFF2-40B4-BE49-F238E27FC236}">
                  <a16:creationId xmlns:a16="http://schemas.microsoft.com/office/drawing/2014/main" id="{B8FC491C-F9A4-BD00-F12A-B9EF07678715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[76]</a:t>
              </a:r>
            </a:p>
          </p:txBody>
        </p:sp>
        <p:sp>
          <p:nvSpPr>
            <p:cNvPr id="1173" name="CaixaDeTexto 1172">
              <a:extLst>
                <a:ext uri="{FF2B5EF4-FFF2-40B4-BE49-F238E27FC236}">
                  <a16:creationId xmlns:a16="http://schemas.microsoft.com/office/drawing/2014/main" id="{32CF91EF-08EF-BE38-AB88-132EE5F6962A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[77]</a:t>
              </a:r>
            </a:p>
          </p:txBody>
        </p:sp>
        <p:sp>
          <p:nvSpPr>
            <p:cNvPr id="1174" name="CaixaDeTexto 1173">
              <a:extLst>
                <a:ext uri="{FF2B5EF4-FFF2-40B4-BE49-F238E27FC236}">
                  <a16:creationId xmlns:a16="http://schemas.microsoft.com/office/drawing/2014/main" id="{30F45CE3-1B2D-B259-1B62-A4367738ABBE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[78]</a:t>
              </a:r>
            </a:p>
          </p:txBody>
        </p:sp>
        <p:sp>
          <p:nvSpPr>
            <p:cNvPr id="1175" name="CaixaDeTexto 1174">
              <a:extLst>
                <a:ext uri="{FF2B5EF4-FFF2-40B4-BE49-F238E27FC236}">
                  <a16:creationId xmlns:a16="http://schemas.microsoft.com/office/drawing/2014/main" id="{8CD24D44-482E-B0D4-89DE-064B882563EB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[79]</a:t>
              </a:r>
            </a:p>
          </p:txBody>
        </p:sp>
        <p:sp>
          <p:nvSpPr>
            <p:cNvPr id="1176" name="CaixaDeTexto 1175">
              <a:extLst>
                <a:ext uri="{FF2B5EF4-FFF2-40B4-BE49-F238E27FC236}">
                  <a16:creationId xmlns:a16="http://schemas.microsoft.com/office/drawing/2014/main" id="{9690FF5A-36EE-3BED-FA93-CB78B9F751C3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[80]</a:t>
              </a:r>
            </a:p>
          </p:txBody>
        </p:sp>
      </p:grpSp>
      <p:sp>
        <p:nvSpPr>
          <p:cNvPr id="1177" name="Retângulo 1176">
            <a:extLst>
              <a:ext uri="{FF2B5EF4-FFF2-40B4-BE49-F238E27FC236}">
                <a16:creationId xmlns:a16="http://schemas.microsoft.com/office/drawing/2014/main" id="{286CD7AB-C87D-001A-B362-F96134EC7E2F}"/>
              </a:ext>
            </a:extLst>
          </p:cNvPr>
          <p:cNvSpPr/>
          <p:nvPr/>
        </p:nvSpPr>
        <p:spPr>
          <a:xfrm>
            <a:off x="3652985" y="4672090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9" name="Triângulo 1178">
            <a:extLst>
              <a:ext uri="{FF2B5EF4-FFF2-40B4-BE49-F238E27FC236}">
                <a16:creationId xmlns:a16="http://schemas.microsoft.com/office/drawing/2014/main" id="{9DD0C16F-9D0C-D883-0C1D-5A7F8A7B5170}"/>
              </a:ext>
            </a:extLst>
          </p:cNvPr>
          <p:cNvSpPr/>
          <p:nvPr/>
        </p:nvSpPr>
        <p:spPr>
          <a:xfrm rot="5400000">
            <a:off x="4608194" y="936394"/>
            <a:ext cx="798436" cy="739244"/>
          </a:xfrm>
          <a:prstGeom prst="triangle">
            <a:avLst>
              <a:gd name="adj" fmla="val 0"/>
            </a:avLst>
          </a:prstGeom>
          <a:solidFill>
            <a:srgbClr val="2C2B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5E206316-6EB3-F080-8876-886512032A60}"/>
              </a:ext>
            </a:extLst>
          </p:cNvPr>
          <p:cNvGrpSpPr/>
          <p:nvPr/>
        </p:nvGrpSpPr>
        <p:grpSpPr>
          <a:xfrm>
            <a:off x="4069108" y="1016853"/>
            <a:ext cx="583495" cy="585451"/>
            <a:chOff x="7606454" y="693023"/>
            <a:chExt cx="583495" cy="585451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CAE38074-8880-FF6F-44C5-C56B939D806D}"/>
                </a:ext>
              </a:extLst>
            </p:cNvPr>
            <p:cNvGrpSpPr/>
            <p:nvPr/>
          </p:nvGrpSpPr>
          <p:grpSpPr>
            <a:xfrm>
              <a:off x="7909621" y="693023"/>
              <a:ext cx="280328" cy="282271"/>
              <a:chOff x="10601325" y="4114913"/>
              <a:chExt cx="2681415" cy="2700000"/>
            </a:xfrm>
            <a:solidFill>
              <a:srgbClr val="AED4D1"/>
            </a:solidFill>
          </p:grpSpPr>
          <p:sp>
            <p:nvSpPr>
              <p:cNvPr id="18" name="Triângulo Retângulo 17">
                <a:extLst>
                  <a:ext uri="{FF2B5EF4-FFF2-40B4-BE49-F238E27FC236}">
                    <a16:creationId xmlns:a16="http://schemas.microsoft.com/office/drawing/2014/main" id="{769814F5-7956-83AB-009F-2DA134B5550E}"/>
                  </a:ext>
                </a:extLst>
              </p:cNvPr>
              <p:cNvSpPr/>
              <p:nvPr/>
            </p:nvSpPr>
            <p:spPr>
              <a:xfrm>
                <a:off x="10601325" y="5014913"/>
                <a:ext cx="1798595" cy="1800000"/>
              </a:xfrm>
              <a:prstGeom prst="rtTriangle">
                <a:avLst/>
              </a:prstGeom>
              <a:solidFill>
                <a:srgbClr val="8581B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C2D03E3-A253-8592-6906-F6258D41938A}"/>
                  </a:ext>
                </a:extLst>
              </p:cNvPr>
              <p:cNvSpPr/>
              <p:nvPr/>
            </p:nvSpPr>
            <p:spPr>
              <a:xfrm>
                <a:off x="10601325" y="4114913"/>
                <a:ext cx="1800000" cy="1800000"/>
              </a:xfrm>
              <a:prstGeom prst="ellipse">
                <a:avLst/>
              </a:prstGeom>
              <a:solidFill>
                <a:srgbClr val="8581B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B9FCF45-021A-0513-94C1-3A2B293156C4}"/>
                  </a:ext>
                </a:extLst>
              </p:cNvPr>
              <p:cNvSpPr/>
              <p:nvPr/>
            </p:nvSpPr>
            <p:spPr>
              <a:xfrm>
                <a:off x="11482740" y="5011230"/>
                <a:ext cx="1800000" cy="1800000"/>
              </a:xfrm>
              <a:prstGeom prst="ellipse">
                <a:avLst/>
              </a:prstGeom>
              <a:solidFill>
                <a:srgbClr val="8581B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91F061-74E7-A58A-8110-893AA3DE8872}"/>
                </a:ext>
              </a:extLst>
            </p:cNvPr>
            <p:cNvGrpSpPr/>
            <p:nvPr/>
          </p:nvGrpSpPr>
          <p:grpSpPr>
            <a:xfrm flipH="1">
              <a:off x="7606454" y="693408"/>
              <a:ext cx="280328" cy="282271"/>
              <a:chOff x="10601325" y="4114913"/>
              <a:chExt cx="2681415" cy="2700000"/>
            </a:xfrm>
            <a:solidFill>
              <a:schemeClr val="bg1"/>
            </a:solidFill>
          </p:grpSpPr>
          <p:sp>
            <p:nvSpPr>
              <p:cNvPr id="24" name="Triângulo Retângulo 23">
                <a:extLst>
                  <a:ext uri="{FF2B5EF4-FFF2-40B4-BE49-F238E27FC236}">
                    <a16:creationId xmlns:a16="http://schemas.microsoft.com/office/drawing/2014/main" id="{39FC77E0-1C50-D3C1-2F44-67E3C5A945C2}"/>
                  </a:ext>
                </a:extLst>
              </p:cNvPr>
              <p:cNvSpPr/>
              <p:nvPr/>
            </p:nvSpPr>
            <p:spPr>
              <a:xfrm>
                <a:off x="10601325" y="5014913"/>
                <a:ext cx="1798595" cy="180000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32279BF-EB14-D7E7-50C9-52F34DAE1423}"/>
                  </a:ext>
                </a:extLst>
              </p:cNvPr>
              <p:cNvSpPr/>
              <p:nvPr/>
            </p:nvSpPr>
            <p:spPr>
              <a:xfrm>
                <a:off x="10601325" y="4114913"/>
                <a:ext cx="1800000" cy="180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D613528-56CB-7534-6EF5-EEF95F3C6BFC}"/>
                  </a:ext>
                </a:extLst>
              </p:cNvPr>
              <p:cNvSpPr/>
              <p:nvPr/>
            </p:nvSpPr>
            <p:spPr>
              <a:xfrm>
                <a:off x="11482740" y="5011230"/>
                <a:ext cx="1800000" cy="180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3B578E64-8B05-03D0-EFFE-7765843BD8C2}"/>
                </a:ext>
              </a:extLst>
            </p:cNvPr>
            <p:cNvGrpSpPr/>
            <p:nvPr/>
          </p:nvGrpSpPr>
          <p:grpSpPr>
            <a:xfrm flipH="1" flipV="1">
              <a:off x="7606454" y="996203"/>
              <a:ext cx="280328" cy="282271"/>
              <a:chOff x="10601325" y="4114913"/>
              <a:chExt cx="2681415" cy="2700000"/>
            </a:xfrm>
            <a:solidFill>
              <a:srgbClr val="AED4D1"/>
            </a:solidFill>
          </p:grpSpPr>
          <p:sp>
            <p:nvSpPr>
              <p:cNvPr id="28" name="Triângulo Retângulo 27">
                <a:extLst>
                  <a:ext uri="{FF2B5EF4-FFF2-40B4-BE49-F238E27FC236}">
                    <a16:creationId xmlns:a16="http://schemas.microsoft.com/office/drawing/2014/main" id="{2AA8A4AE-0145-01D9-4B19-1A8A1A34A308}"/>
                  </a:ext>
                </a:extLst>
              </p:cNvPr>
              <p:cNvSpPr/>
              <p:nvPr/>
            </p:nvSpPr>
            <p:spPr>
              <a:xfrm>
                <a:off x="10601325" y="5014913"/>
                <a:ext cx="1798595" cy="1800000"/>
              </a:xfrm>
              <a:prstGeom prst="rtTriangle">
                <a:avLst/>
              </a:prstGeom>
              <a:solidFill>
                <a:srgbClr val="8581B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F9C337-6C46-8D29-0B66-8E9F85E70E40}"/>
                  </a:ext>
                </a:extLst>
              </p:cNvPr>
              <p:cNvSpPr/>
              <p:nvPr/>
            </p:nvSpPr>
            <p:spPr>
              <a:xfrm>
                <a:off x="10601325" y="4114913"/>
                <a:ext cx="1800000" cy="1800000"/>
              </a:xfrm>
              <a:prstGeom prst="ellipse">
                <a:avLst/>
              </a:prstGeom>
              <a:solidFill>
                <a:srgbClr val="8581B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D683944-724F-2377-A7D9-16BCA89890CA}"/>
                  </a:ext>
                </a:extLst>
              </p:cNvPr>
              <p:cNvSpPr/>
              <p:nvPr/>
            </p:nvSpPr>
            <p:spPr>
              <a:xfrm>
                <a:off x="11482740" y="5011230"/>
                <a:ext cx="1800000" cy="1800000"/>
              </a:xfrm>
              <a:prstGeom prst="ellipse">
                <a:avLst/>
              </a:prstGeom>
              <a:solidFill>
                <a:srgbClr val="8581B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A25D3108-359B-FC80-4E3E-1A6C05BE34FB}"/>
                </a:ext>
              </a:extLst>
            </p:cNvPr>
            <p:cNvGrpSpPr/>
            <p:nvPr/>
          </p:nvGrpSpPr>
          <p:grpSpPr>
            <a:xfrm flipV="1">
              <a:off x="7909621" y="995433"/>
              <a:ext cx="280328" cy="282271"/>
              <a:chOff x="10601325" y="4114913"/>
              <a:chExt cx="2681415" cy="2700000"/>
            </a:xfrm>
            <a:solidFill>
              <a:schemeClr val="bg1"/>
            </a:solidFill>
          </p:grpSpPr>
          <p:sp>
            <p:nvSpPr>
              <p:cNvPr id="32" name="Triângulo Retângulo 31">
                <a:extLst>
                  <a:ext uri="{FF2B5EF4-FFF2-40B4-BE49-F238E27FC236}">
                    <a16:creationId xmlns:a16="http://schemas.microsoft.com/office/drawing/2014/main" id="{6313A707-EF6C-BD0E-D4A0-E6B8A40E6B97}"/>
                  </a:ext>
                </a:extLst>
              </p:cNvPr>
              <p:cNvSpPr/>
              <p:nvPr/>
            </p:nvSpPr>
            <p:spPr>
              <a:xfrm>
                <a:off x="10601325" y="5014913"/>
                <a:ext cx="1798595" cy="180000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917C9BE-7F40-C14A-3D92-8426DCC8E22F}"/>
                  </a:ext>
                </a:extLst>
              </p:cNvPr>
              <p:cNvSpPr/>
              <p:nvPr/>
            </p:nvSpPr>
            <p:spPr>
              <a:xfrm>
                <a:off x="10601325" y="4114913"/>
                <a:ext cx="1800000" cy="180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13360C8-BD28-34B0-FF5A-AF3E9E7CAAC7}"/>
                  </a:ext>
                </a:extLst>
              </p:cNvPr>
              <p:cNvSpPr/>
              <p:nvPr/>
            </p:nvSpPr>
            <p:spPr>
              <a:xfrm>
                <a:off x="11482740" y="5011230"/>
                <a:ext cx="1800000" cy="180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E258F42-1597-0A47-9549-DF672A32D01E}"/>
              </a:ext>
            </a:extLst>
          </p:cNvPr>
          <p:cNvSpPr/>
          <p:nvPr/>
        </p:nvSpPr>
        <p:spPr>
          <a:xfrm>
            <a:off x="3832985" y="2195721"/>
            <a:ext cx="470787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A013817-62E3-0187-87AC-2952313CDE12}"/>
              </a:ext>
            </a:extLst>
          </p:cNvPr>
          <p:cNvSpPr/>
          <p:nvPr/>
        </p:nvSpPr>
        <p:spPr>
          <a:xfrm>
            <a:off x="3838078" y="871959"/>
            <a:ext cx="470787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A2B80C7-CC49-66CD-0177-D59B51EBF586}"/>
              </a:ext>
            </a:extLst>
          </p:cNvPr>
          <p:cNvSpPr/>
          <p:nvPr/>
        </p:nvSpPr>
        <p:spPr>
          <a:xfrm>
            <a:off x="3922603" y="5520209"/>
            <a:ext cx="4608254" cy="2312864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781E8FE1-2BE4-FE9B-90EC-074E3768F1A3}"/>
              </a:ext>
            </a:extLst>
          </p:cNvPr>
          <p:cNvGrpSpPr/>
          <p:nvPr/>
        </p:nvGrpSpPr>
        <p:grpSpPr>
          <a:xfrm>
            <a:off x="4012845" y="5540697"/>
            <a:ext cx="4416114" cy="307777"/>
            <a:chOff x="7289572" y="2889564"/>
            <a:chExt cx="4416114" cy="307777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FF674F2-55E2-1562-DF44-18CE47C7210C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[01]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1E758966-657E-9B4D-1E5F-368685BFF2C7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[02]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B84A0507-86ED-DFF2-43B2-9D858325296D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[03]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A231DA53-BF80-8C2B-7D98-460190BE06DB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[04]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2DAD2D97-88B2-32C4-F2A3-0F2CFB5480A2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[05]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2A67D164-1A73-E164-3080-0EFC03F60BBA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[06]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E05C91E1-BA99-F7ED-C96B-A78649D7B337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[07]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6D708E3B-82B4-4F3D-EC69-1A59E7AF1529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[08]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3C696621-B688-3480-2DFA-7AF7B268FA89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[09]</a:t>
              </a:r>
            </a:p>
          </p:txBody>
        </p:sp>
        <p:sp>
          <p:nvSpPr>
            <p:cNvPr id="1078" name="CaixaDeTexto 1077">
              <a:extLst>
                <a:ext uri="{FF2B5EF4-FFF2-40B4-BE49-F238E27FC236}">
                  <a16:creationId xmlns:a16="http://schemas.microsoft.com/office/drawing/2014/main" id="{928CA91C-3A15-3CA2-1B69-965F880C9799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[10]</a:t>
              </a:r>
            </a:p>
          </p:txBody>
        </p:sp>
      </p:grpSp>
      <p:grpSp>
        <p:nvGrpSpPr>
          <p:cNvPr id="1079" name="Agrupar 1078">
            <a:extLst>
              <a:ext uri="{FF2B5EF4-FFF2-40B4-BE49-F238E27FC236}">
                <a16:creationId xmlns:a16="http://schemas.microsoft.com/office/drawing/2014/main" id="{C6FAB2FA-95BB-438A-85C4-B5FE93FCBFA3}"/>
              </a:ext>
            </a:extLst>
          </p:cNvPr>
          <p:cNvGrpSpPr/>
          <p:nvPr/>
        </p:nvGrpSpPr>
        <p:grpSpPr>
          <a:xfrm>
            <a:off x="4012845" y="5785644"/>
            <a:ext cx="4416114" cy="307777"/>
            <a:chOff x="7289572" y="2889564"/>
            <a:chExt cx="4416114" cy="307777"/>
          </a:xfrm>
        </p:grpSpPr>
        <p:sp>
          <p:nvSpPr>
            <p:cNvPr id="1080" name="CaixaDeTexto 1079">
              <a:extLst>
                <a:ext uri="{FF2B5EF4-FFF2-40B4-BE49-F238E27FC236}">
                  <a16:creationId xmlns:a16="http://schemas.microsoft.com/office/drawing/2014/main" id="{DE86136D-56FE-1789-084B-C03EEA6866B4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[11]</a:t>
              </a:r>
            </a:p>
          </p:txBody>
        </p:sp>
        <p:sp>
          <p:nvSpPr>
            <p:cNvPr id="1081" name="CaixaDeTexto 1080">
              <a:extLst>
                <a:ext uri="{FF2B5EF4-FFF2-40B4-BE49-F238E27FC236}">
                  <a16:creationId xmlns:a16="http://schemas.microsoft.com/office/drawing/2014/main" id="{63A78992-FE6A-07FB-1D33-14B530F818CE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[12]</a:t>
              </a:r>
            </a:p>
          </p:txBody>
        </p:sp>
        <p:sp>
          <p:nvSpPr>
            <p:cNvPr id="1082" name="CaixaDeTexto 1081">
              <a:extLst>
                <a:ext uri="{FF2B5EF4-FFF2-40B4-BE49-F238E27FC236}">
                  <a16:creationId xmlns:a16="http://schemas.microsoft.com/office/drawing/2014/main" id="{F51723E4-F99A-F5C2-81F7-994A6A50B8B1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[13]</a:t>
              </a:r>
            </a:p>
          </p:txBody>
        </p:sp>
        <p:sp>
          <p:nvSpPr>
            <p:cNvPr id="1083" name="CaixaDeTexto 1082">
              <a:extLst>
                <a:ext uri="{FF2B5EF4-FFF2-40B4-BE49-F238E27FC236}">
                  <a16:creationId xmlns:a16="http://schemas.microsoft.com/office/drawing/2014/main" id="{1DAE8EB0-B1B3-DE95-2F64-5124BE2356B3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[14]</a:t>
              </a:r>
            </a:p>
          </p:txBody>
        </p:sp>
        <p:sp>
          <p:nvSpPr>
            <p:cNvPr id="1084" name="CaixaDeTexto 1083">
              <a:extLst>
                <a:ext uri="{FF2B5EF4-FFF2-40B4-BE49-F238E27FC236}">
                  <a16:creationId xmlns:a16="http://schemas.microsoft.com/office/drawing/2014/main" id="{119385CB-E59E-6094-2C48-52EB82321BAC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[15]</a:t>
              </a:r>
            </a:p>
          </p:txBody>
        </p:sp>
        <p:sp>
          <p:nvSpPr>
            <p:cNvPr id="1085" name="CaixaDeTexto 1084">
              <a:extLst>
                <a:ext uri="{FF2B5EF4-FFF2-40B4-BE49-F238E27FC236}">
                  <a16:creationId xmlns:a16="http://schemas.microsoft.com/office/drawing/2014/main" id="{F79B7A32-B5F3-BFD1-A1E3-E5C1EC6B84E0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[16]</a:t>
              </a:r>
            </a:p>
          </p:txBody>
        </p:sp>
        <p:sp>
          <p:nvSpPr>
            <p:cNvPr id="1086" name="CaixaDeTexto 1085">
              <a:extLst>
                <a:ext uri="{FF2B5EF4-FFF2-40B4-BE49-F238E27FC236}">
                  <a16:creationId xmlns:a16="http://schemas.microsoft.com/office/drawing/2014/main" id="{EBD50102-24FB-0978-16B0-94A5581368F0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[17]</a:t>
              </a:r>
            </a:p>
          </p:txBody>
        </p:sp>
        <p:sp>
          <p:nvSpPr>
            <p:cNvPr id="1087" name="CaixaDeTexto 1086">
              <a:extLst>
                <a:ext uri="{FF2B5EF4-FFF2-40B4-BE49-F238E27FC236}">
                  <a16:creationId xmlns:a16="http://schemas.microsoft.com/office/drawing/2014/main" id="{C4326659-E090-81EB-D369-AA481FE5658F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[18]</a:t>
              </a:r>
            </a:p>
          </p:txBody>
        </p:sp>
        <p:sp>
          <p:nvSpPr>
            <p:cNvPr id="1088" name="CaixaDeTexto 1087">
              <a:extLst>
                <a:ext uri="{FF2B5EF4-FFF2-40B4-BE49-F238E27FC236}">
                  <a16:creationId xmlns:a16="http://schemas.microsoft.com/office/drawing/2014/main" id="{54DDE8D6-D518-FE52-F164-7BFEC6966670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[19]</a:t>
              </a:r>
            </a:p>
          </p:txBody>
        </p:sp>
        <p:sp>
          <p:nvSpPr>
            <p:cNvPr id="1089" name="CaixaDeTexto 1088">
              <a:extLst>
                <a:ext uri="{FF2B5EF4-FFF2-40B4-BE49-F238E27FC236}">
                  <a16:creationId xmlns:a16="http://schemas.microsoft.com/office/drawing/2014/main" id="{6061D21E-14DD-5DE3-3D46-86453AF13BF6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[20]</a:t>
              </a:r>
            </a:p>
          </p:txBody>
        </p:sp>
      </p:grpSp>
      <p:grpSp>
        <p:nvGrpSpPr>
          <p:cNvPr id="1090" name="Agrupar 1089">
            <a:extLst>
              <a:ext uri="{FF2B5EF4-FFF2-40B4-BE49-F238E27FC236}">
                <a16:creationId xmlns:a16="http://schemas.microsoft.com/office/drawing/2014/main" id="{D5358484-B2B8-8E31-0E0F-1E449BC85532}"/>
              </a:ext>
            </a:extLst>
          </p:cNvPr>
          <p:cNvGrpSpPr/>
          <p:nvPr/>
        </p:nvGrpSpPr>
        <p:grpSpPr>
          <a:xfrm>
            <a:off x="4012845" y="6030591"/>
            <a:ext cx="4416114" cy="307777"/>
            <a:chOff x="7289572" y="2889564"/>
            <a:chExt cx="4416114" cy="307777"/>
          </a:xfrm>
        </p:grpSpPr>
        <p:sp>
          <p:nvSpPr>
            <p:cNvPr id="1091" name="CaixaDeTexto 1090">
              <a:extLst>
                <a:ext uri="{FF2B5EF4-FFF2-40B4-BE49-F238E27FC236}">
                  <a16:creationId xmlns:a16="http://schemas.microsoft.com/office/drawing/2014/main" id="{18B71369-A7FE-155B-49CE-DC8A8E7F8F6E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[21]</a:t>
              </a:r>
            </a:p>
          </p:txBody>
        </p:sp>
        <p:sp>
          <p:nvSpPr>
            <p:cNvPr id="1092" name="CaixaDeTexto 1091">
              <a:extLst>
                <a:ext uri="{FF2B5EF4-FFF2-40B4-BE49-F238E27FC236}">
                  <a16:creationId xmlns:a16="http://schemas.microsoft.com/office/drawing/2014/main" id="{D00C0FA0-1E3F-0C71-5D2E-D979EF84D384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[22]</a:t>
              </a:r>
            </a:p>
          </p:txBody>
        </p:sp>
        <p:sp>
          <p:nvSpPr>
            <p:cNvPr id="1093" name="CaixaDeTexto 1092">
              <a:extLst>
                <a:ext uri="{FF2B5EF4-FFF2-40B4-BE49-F238E27FC236}">
                  <a16:creationId xmlns:a16="http://schemas.microsoft.com/office/drawing/2014/main" id="{FF6CDDC5-3C9A-79C0-16AC-F2194C41A5EB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[23]</a:t>
              </a:r>
            </a:p>
          </p:txBody>
        </p:sp>
        <p:sp>
          <p:nvSpPr>
            <p:cNvPr id="1094" name="CaixaDeTexto 1093">
              <a:extLst>
                <a:ext uri="{FF2B5EF4-FFF2-40B4-BE49-F238E27FC236}">
                  <a16:creationId xmlns:a16="http://schemas.microsoft.com/office/drawing/2014/main" id="{BB992FFB-A583-D7AD-6D92-EF27C6E2A55C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[24]</a:t>
              </a:r>
            </a:p>
          </p:txBody>
        </p:sp>
        <p:sp>
          <p:nvSpPr>
            <p:cNvPr id="1095" name="CaixaDeTexto 1094">
              <a:extLst>
                <a:ext uri="{FF2B5EF4-FFF2-40B4-BE49-F238E27FC236}">
                  <a16:creationId xmlns:a16="http://schemas.microsoft.com/office/drawing/2014/main" id="{C39CE8A4-87E0-8F30-A4EE-C24293ACFC30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[25]</a:t>
              </a:r>
            </a:p>
          </p:txBody>
        </p:sp>
        <p:sp>
          <p:nvSpPr>
            <p:cNvPr id="1096" name="CaixaDeTexto 1095">
              <a:extLst>
                <a:ext uri="{FF2B5EF4-FFF2-40B4-BE49-F238E27FC236}">
                  <a16:creationId xmlns:a16="http://schemas.microsoft.com/office/drawing/2014/main" id="{F1C261E0-2DCD-6991-1AF1-1A3D8D5D0C23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[26]</a:t>
              </a:r>
            </a:p>
          </p:txBody>
        </p:sp>
        <p:sp>
          <p:nvSpPr>
            <p:cNvPr id="1097" name="CaixaDeTexto 1096">
              <a:extLst>
                <a:ext uri="{FF2B5EF4-FFF2-40B4-BE49-F238E27FC236}">
                  <a16:creationId xmlns:a16="http://schemas.microsoft.com/office/drawing/2014/main" id="{4DF5A4B1-69F0-5BAD-F003-9DECCD9A18AB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[27]</a:t>
              </a:r>
            </a:p>
          </p:txBody>
        </p:sp>
        <p:sp>
          <p:nvSpPr>
            <p:cNvPr id="1098" name="CaixaDeTexto 1097">
              <a:extLst>
                <a:ext uri="{FF2B5EF4-FFF2-40B4-BE49-F238E27FC236}">
                  <a16:creationId xmlns:a16="http://schemas.microsoft.com/office/drawing/2014/main" id="{9FD150E0-ADAD-3412-8B86-406DC03131DB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[28]</a:t>
              </a:r>
            </a:p>
          </p:txBody>
        </p:sp>
        <p:sp>
          <p:nvSpPr>
            <p:cNvPr id="1099" name="CaixaDeTexto 1098">
              <a:extLst>
                <a:ext uri="{FF2B5EF4-FFF2-40B4-BE49-F238E27FC236}">
                  <a16:creationId xmlns:a16="http://schemas.microsoft.com/office/drawing/2014/main" id="{5EC7149C-72F3-25C1-0393-4F056AEC1E7A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[29]</a:t>
              </a:r>
            </a:p>
          </p:txBody>
        </p:sp>
        <p:sp>
          <p:nvSpPr>
            <p:cNvPr id="1100" name="CaixaDeTexto 1099">
              <a:extLst>
                <a:ext uri="{FF2B5EF4-FFF2-40B4-BE49-F238E27FC236}">
                  <a16:creationId xmlns:a16="http://schemas.microsoft.com/office/drawing/2014/main" id="{4AFB8207-56DD-F2D8-5A06-9A3550F77966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[30]</a:t>
              </a:r>
            </a:p>
          </p:txBody>
        </p:sp>
      </p:grpSp>
      <p:grpSp>
        <p:nvGrpSpPr>
          <p:cNvPr id="1101" name="Agrupar 1100">
            <a:extLst>
              <a:ext uri="{FF2B5EF4-FFF2-40B4-BE49-F238E27FC236}">
                <a16:creationId xmlns:a16="http://schemas.microsoft.com/office/drawing/2014/main" id="{32CB8096-F5F2-7FA7-5CE0-AE2FD4ABB1E2}"/>
              </a:ext>
            </a:extLst>
          </p:cNvPr>
          <p:cNvGrpSpPr/>
          <p:nvPr/>
        </p:nvGrpSpPr>
        <p:grpSpPr>
          <a:xfrm>
            <a:off x="4012845" y="6275538"/>
            <a:ext cx="4416114" cy="307777"/>
            <a:chOff x="7289572" y="2889564"/>
            <a:chExt cx="4416114" cy="307777"/>
          </a:xfrm>
        </p:grpSpPr>
        <p:sp>
          <p:nvSpPr>
            <p:cNvPr id="1102" name="CaixaDeTexto 1101">
              <a:extLst>
                <a:ext uri="{FF2B5EF4-FFF2-40B4-BE49-F238E27FC236}">
                  <a16:creationId xmlns:a16="http://schemas.microsoft.com/office/drawing/2014/main" id="{BB1CA3F8-9C7F-ACF0-F57E-1FCE739BCC62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[31]</a:t>
              </a:r>
            </a:p>
          </p:txBody>
        </p:sp>
        <p:sp>
          <p:nvSpPr>
            <p:cNvPr id="1103" name="CaixaDeTexto 1102">
              <a:extLst>
                <a:ext uri="{FF2B5EF4-FFF2-40B4-BE49-F238E27FC236}">
                  <a16:creationId xmlns:a16="http://schemas.microsoft.com/office/drawing/2014/main" id="{325083D3-59DA-A33D-D1B8-2AAB568F6602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[32]</a:t>
              </a:r>
            </a:p>
          </p:txBody>
        </p:sp>
        <p:sp>
          <p:nvSpPr>
            <p:cNvPr id="1104" name="CaixaDeTexto 1103">
              <a:extLst>
                <a:ext uri="{FF2B5EF4-FFF2-40B4-BE49-F238E27FC236}">
                  <a16:creationId xmlns:a16="http://schemas.microsoft.com/office/drawing/2014/main" id="{3F24AC09-983E-8509-3C92-F56119793FB2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[33]</a:t>
              </a:r>
            </a:p>
          </p:txBody>
        </p:sp>
        <p:sp>
          <p:nvSpPr>
            <p:cNvPr id="1105" name="CaixaDeTexto 1104">
              <a:extLst>
                <a:ext uri="{FF2B5EF4-FFF2-40B4-BE49-F238E27FC236}">
                  <a16:creationId xmlns:a16="http://schemas.microsoft.com/office/drawing/2014/main" id="{B68061E5-8D37-B1AE-5B7B-DC94943ABBE8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[34]</a:t>
              </a:r>
            </a:p>
          </p:txBody>
        </p:sp>
        <p:sp>
          <p:nvSpPr>
            <p:cNvPr id="1106" name="CaixaDeTexto 1105">
              <a:extLst>
                <a:ext uri="{FF2B5EF4-FFF2-40B4-BE49-F238E27FC236}">
                  <a16:creationId xmlns:a16="http://schemas.microsoft.com/office/drawing/2014/main" id="{4F4EC853-9DA9-6E87-1F2A-DEDDBF57AEA0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[35]</a:t>
              </a:r>
            </a:p>
          </p:txBody>
        </p:sp>
        <p:sp>
          <p:nvSpPr>
            <p:cNvPr id="1107" name="CaixaDeTexto 1106">
              <a:extLst>
                <a:ext uri="{FF2B5EF4-FFF2-40B4-BE49-F238E27FC236}">
                  <a16:creationId xmlns:a16="http://schemas.microsoft.com/office/drawing/2014/main" id="{149269D7-D349-8A57-4E86-EE1E48DE508A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[36]</a:t>
              </a:r>
            </a:p>
          </p:txBody>
        </p:sp>
        <p:sp>
          <p:nvSpPr>
            <p:cNvPr id="1108" name="CaixaDeTexto 1107">
              <a:extLst>
                <a:ext uri="{FF2B5EF4-FFF2-40B4-BE49-F238E27FC236}">
                  <a16:creationId xmlns:a16="http://schemas.microsoft.com/office/drawing/2014/main" id="{3B5E9E62-E228-E42E-8C03-6E37D5FD1676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[37]</a:t>
              </a:r>
            </a:p>
          </p:txBody>
        </p:sp>
        <p:sp>
          <p:nvSpPr>
            <p:cNvPr id="1109" name="CaixaDeTexto 1108">
              <a:extLst>
                <a:ext uri="{FF2B5EF4-FFF2-40B4-BE49-F238E27FC236}">
                  <a16:creationId xmlns:a16="http://schemas.microsoft.com/office/drawing/2014/main" id="{E96308F6-0BED-4D4F-879D-60EEC2BF5ABD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[38]</a:t>
              </a:r>
            </a:p>
          </p:txBody>
        </p:sp>
        <p:sp>
          <p:nvSpPr>
            <p:cNvPr id="1110" name="CaixaDeTexto 1109">
              <a:extLst>
                <a:ext uri="{FF2B5EF4-FFF2-40B4-BE49-F238E27FC236}">
                  <a16:creationId xmlns:a16="http://schemas.microsoft.com/office/drawing/2014/main" id="{53AAEEC8-E245-DE13-744E-E90BDB3273B3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[39]</a:t>
              </a:r>
            </a:p>
          </p:txBody>
        </p:sp>
        <p:sp>
          <p:nvSpPr>
            <p:cNvPr id="1111" name="CaixaDeTexto 1110">
              <a:extLst>
                <a:ext uri="{FF2B5EF4-FFF2-40B4-BE49-F238E27FC236}">
                  <a16:creationId xmlns:a16="http://schemas.microsoft.com/office/drawing/2014/main" id="{F5A3864C-83DE-98D2-2E12-ED1FE39B6D64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[40]</a:t>
              </a:r>
            </a:p>
          </p:txBody>
        </p:sp>
      </p:grpSp>
      <p:grpSp>
        <p:nvGrpSpPr>
          <p:cNvPr id="1112" name="Agrupar 1111">
            <a:extLst>
              <a:ext uri="{FF2B5EF4-FFF2-40B4-BE49-F238E27FC236}">
                <a16:creationId xmlns:a16="http://schemas.microsoft.com/office/drawing/2014/main" id="{57149CB3-421C-7404-93D8-49D821EFDDB0}"/>
              </a:ext>
            </a:extLst>
          </p:cNvPr>
          <p:cNvGrpSpPr/>
          <p:nvPr/>
        </p:nvGrpSpPr>
        <p:grpSpPr>
          <a:xfrm>
            <a:off x="4012845" y="6520485"/>
            <a:ext cx="4416114" cy="307777"/>
            <a:chOff x="7289572" y="2889564"/>
            <a:chExt cx="4416114" cy="307777"/>
          </a:xfrm>
        </p:grpSpPr>
        <p:sp>
          <p:nvSpPr>
            <p:cNvPr id="1113" name="CaixaDeTexto 1112">
              <a:extLst>
                <a:ext uri="{FF2B5EF4-FFF2-40B4-BE49-F238E27FC236}">
                  <a16:creationId xmlns:a16="http://schemas.microsoft.com/office/drawing/2014/main" id="{6C6E5D90-2451-8FFE-03E8-BD4F77C12B90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[41]</a:t>
              </a:r>
            </a:p>
          </p:txBody>
        </p:sp>
        <p:sp>
          <p:nvSpPr>
            <p:cNvPr id="1114" name="CaixaDeTexto 1113">
              <a:extLst>
                <a:ext uri="{FF2B5EF4-FFF2-40B4-BE49-F238E27FC236}">
                  <a16:creationId xmlns:a16="http://schemas.microsoft.com/office/drawing/2014/main" id="{214C9A37-2018-2BE7-9EEB-67B3EA7C4D93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[42]</a:t>
              </a:r>
            </a:p>
          </p:txBody>
        </p:sp>
        <p:sp>
          <p:nvSpPr>
            <p:cNvPr id="1115" name="CaixaDeTexto 1114">
              <a:extLst>
                <a:ext uri="{FF2B5EF4-FFF2-40B4-BE49-F238E27FC236}">
                  <a16:creationId xmlns:a16="http://schemas.microsoft.com/office/drawing/2014/main" id="{DA2A86D1-B6AF-7108-83BD-4D399E4E5590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[43]</a:t>
              </a:r>
            </a:p>
          </p:txBody>
        </p:sp>
        <p:sp>
          <p:nvSpPr>
            <p:cNvPr id="1116" name="CaixaDeTexto 1115">
              <a:extLst>
                <a:ext uri="{FF2B5EF4-FFF2-40B4-BE49-F238E27FC236}">
                  <a16:creationId xmlns:a16="http://schemas.microsoft.com/office/drawing/2014/main" id="{FE35067E-C94D-3051-9E2F-F31E80B373AE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[44]</a:t>
              </a:r>
            </a:p>
          </p:txBody>
        </p:sp>
        <p:sp>
          <p:nvSpPr>
            <p:cNvPr id="1117" name="CaixaDeTexto 1116">
              <a:extLst>
                <a:ext uri="{FF2B5EF4-FFF2-40B4-BE49-F238E27FC236}">
                  <a16:creationId xmlns:a16="http://schemas.microsoft.com/office/drawing/2014/main" id="{831C68AA-DA26-D754-E9EC-02E9661A6B6B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[45]</a:t>
              </a:r>
            </a:p>
          </p:txBody>
        </p:sp>
        <p:sp>
          <p:nvSpPr>
            <p:cNvPr id="1118" name="CaixaDeTexto 1117">
              <a:extLst>
                <a:ext uri="{FF2B5EF4-FFF2-40B4-BE49-F238E27FC236}">
                  <a16:creationId xmlns:a16="http://schemas.microsoft.com/office/drawing/2014/main" id="{2A394446-2F32-B9BF-AC42-E1B16F491144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[46]</a:t>
              </a:r>
            </a:p>
          </p:txBody>
        </p:sp>
        <p:sp>
          <p:nvSpPr>
            <p:cNvPr id="1119" name="CaixaDeTexto 1118">
              <a:extLst>
                <a:ext uri="{FF2B5EF4-FFF2-40B4-BE49-F238E27FC236}">
                  <a16:creationId xmlns:a16="http://schemas.microsoft.com/office/drawing/2014/main" id="{97087C3D-0985-3A0D-5ADA-C476EB80DC7B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[47]</a:t>
              </a:r>
            </a:p>
          </p:txBody>
        </p:sp>
        <p:sp>
          <p:nvSpPr>
            <p:cNvPr id="1120" name="CaixaDeTexto 1119">
              <a:extLst>
                <a:ext uri="{FF2B5EF4-FFF2-40B4-BE49-F238E27FC236}">
                  <a16:creationId xmlns:a16="http://schemas.microsoft.com/office/drawing/2014/main" id="{DC21C23E-E242-53AC-8DED-5258AF064E1C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[48]</a:t>
              </a:r>
            </a:p>
          </p:txBody>
        </p:sp>
        <p:sp>
          <p:nvSpPr>
            <p:cNvPr id="1121" name="CaixaDeTexto 1120">
              <a:extLst>
                <a:ext uri="{FF2B5EF4-FFF2-40B4-BE49-F238E27FC236}">
                  <a16:creationId xmlns:a16="http://schemas.microsoft.com/office/drawing/2014/main" id="{3F9A3609-EB09-E8D6-EB36-946B18BED9B5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[49]</a:t>
              </a:r>
            </a:p>
          </p:txBody>
        </p:sp>
        <p:sp>
          <p:nvSpPr>
            <p:cNvPr id="1122" name="CaixaDeTexto 1121">
              <a:extLst>
                <a:ext uri="{FF2B5EF4-FFF2-40B4-BE49-F238E27FC236}">
                  <a16:creationId xmlns:a16="http://schemas.microsoft.com/office/drawing/2014/main" id="{DC65AF13-9EA5-6645-8794-269B09665C3E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[50]</a:t>
              </a:r>
            </a:p>
          </p:txBody>
        </p:sp>
      </p:grpSp>
      <p:grpSp>
        <p:nvGrpSpPr>
          <p:cNvPr id="1123" name="Agrupar 1122">
            <a:extLst>
              <a:ext uri="{FF2B5EF4-FFF2-40B4-BE49-F238E27FC236}">
                <a16:creationId xmlns:a16="http://schemas.microsoft.com/office/drawing/2014/main" id="{0044DF96-33B3-040F-ECF6-46C6D7C20746}"/>
              </a:ext>
            </a:extLst>
          </p:cNvPr>
          <p:cNvGrpSpPr/>
          <p:nvPr/>
        </p:nvGrpSpPr>
        <p:grpSpPr>
          <a:xfrm>
            <a:off x="4012490" y="6765431"/>
            <a:ext cx="4416114" cy="307777"/>
            <a:chOff x="7289572" y="2889564"/>
            <a:chExt cx="4416114" cy="307777"/>
          </a:xfrm>
        </p:grpSpPr>
        <p:sp>
          <p:nvSpPr>
            <p:cNvPr id="1124" name="CaixaDeTexto 1123">
              <a:extLst>
                <a:ext uri="{FF2B5EF4-FFF2-40B4-BE49-F238E27FC236}">
                  <a16:creationId xmlns:a16="http://schemas.microsoft.com/office/drawing/2014/main" id="{9312236D-5D27-C90A-B7A7-DE7FAB3341B1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[51]</a:t>
              </a:r>
            </a:p>
          </p:txBody>
        </p:sp>
        <p:sp>
          <p:nvSpPr>
            <p:cNvPr id="1125" name="CaixaDeTexto 1124">
              <a:extLst>
                <a:ext uri="{FF2B5EF4-FFF2-40B4-BE49-F238E27FC236}">
                  <a16:creationId xmlns:a16="http://schemas.microsoft.com/office/drawing/2014/main" id="{31FCDC26-B147-AB9A-76A6-A44768D2EFE1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[52]</a:t>
              </a:r>
            </a:p>
          </p:txBody>
        </p:sp>
        <p:sp>
          <p:nvSpPr>
            <p:cNvPr id="1126" name="CaixaDeTexto 1125">
              <a:extLst>
                <a:ext uri="{FF2B5EF4-FFF2-40B4-BE49-F238E27FC236}">
                  <a16:creationId xmlns:a16="http://schemas.microsoft.com/office/drawing/2014/main" id="{59CB0963-62F1-00CA-A5FA-990386A98954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[53]</a:t>
              </a:r>
            </a:p>
          </p:txBody>
        </p:sp>
        <p:sp>
          <p:nvSpPr>
            <p:cNvPr id="1127" name="CaixaDeTexto 1126">
              <a:extLst>
                <a:ext uri="{FF2B5EF4-FFF2-40B4-BE49-F238E27FC236}">
                  <a16:creationId xmlns:a16="http://schemas.microsoft.com/office/drawing/2014/main" id="{2FE9FA70-A8BB-B512-8FD5-A8D9FFDE81B9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[54]</a:t>
              </a:r>
            </a:p>
          </p:txBody>
        </p:sp>
        <p:sp>
          <p:nvSpPr>
            <p:cNvPr id="1128" name="CaixaDeTexto 1127">
              <a:extLst>
                <a:ext uri="{FF2B5EF4-FFF2-40B4-BE49-F238E27FC236}">
                  <a16:creationId xmlns:a16="http://schemas.microsoft.com/office/drawing/2014/main" id="{2C6B961E-2B9C-5E39-B598-15A12DF3018C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[55]</a:t>
              </a:r>
            </a:p>
          </p:txBody>
        </p:sp>
        <p:sp>
          <p:nvSpPr>
            <p:cNvPr id="1129" name="CaixaDeTexto 1128">
              <a:extLst>
                <a:ext uri="{FF2B5EF4-FFF2-40B4-BE49-F238E27FC236}">
                  <a16:creationId xmlns:a16="http://schemas.microsoft.com/office/drawing/2014/main" id="{10D6A1F2-54CC-DB35-E4A7-4CB0029CDEAA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[56]</a:t>
              </a:r>
            </a:p>
          </p:txBody>
        </p:sp>
        <p:sp>
          <p:nvSpPr>
            <p:cNvPr id="1130" name="CaixaDeTexto 1129">
              <a:extLst>
                <a:ext uri="{FF2B5EF4-FFF2-40B4-BE49-F238E27FC236}">
                  <a16:creationId xmlns:a16="http://schemas.microsoft.com/office/drawing/2014/main" id="{1661235B-9C8E-316B-79C6-58443CBB8B4C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[57]</a:t>
              </a:r>
            </a:p>
          </p:txBody>
        </p:sp>
        <p:sp>
          <p:nvSpPr>
            <p:cNvPr id="1131" name="CaixaDeTexto 1130">
              <a:extLst>
                <a:ext uri="{FF2B5EF4-FFF2-40B4-BE49-F238E27FC236}">
                  <a16:creationId xmlns:a16="http://schemas.microsoft.com/office/drawing/2014/main" id="{1B7891EA-59D6-D52F-17BE-1D1C2977BEEB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[58]</a:t>
              </a:r>
            </a:p>
          </p:txBody>
        </p:sp>
        <p:sp>
          <p:nvSpPr>
            <p:cNvPr id="1132" name="CaixaDeTexto 1131">
              <a:extLst>
                <a:ext uri="{FF2B5EF4-FFF2-40B4-BE49-F238E27FC236}">
                  <a16:creationId xmlns:a16="http://schemas.microsoft.com/office/drawing/2014/main" id="{9DF07C35-E868-A57A-F00F-3BC6A68B3ADC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[59]</a:t>
              </a:r>
            </a:p>
          </p:txBody>
        </p:sp>
        <p:sp>
          <p:nvSpPr>
            <p:cNvPr id="1133" name="CaixaDeTexto 1132">
              <a:extLst>
                <a:ext uri="{FF2B5EF4-FFF2-40B4-BE49-F238E27FC236}">
                  <a16:creationId xmlns:a16="http://schemas.microsoft.com/office/drawing/2014/main" id="{EBF57813-F060-2FFF-5FF9-36282B38C2AC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[60]</a:t>
              </a:r>
            </a:p>
          </p:txBody>
        </p:sp>
      </p:grpSp>
      <p:sp>
        <p:nvSpPr>
          <p:cNvPr id="1134" name="CaixaDeTexto 1133">
            <a:extLst>
              <a:ext uri="{FF2B5EF4-FFF2-40B4-BE49-F238E27FC236}">
                <a16:creationId xmlns:a16="http://schemas.microsoft.com/office/drawing/2014/main" id="{5856E2AF-B1CE-A712-3EA3-F3CEBC0CB5E2}"/>
              </a:ext>
            </a:extLst>
          </p:cNvPr>
          <p:cNvSpPr txBox="1"/>
          <p:nvPr/>
        </p:nvSpPr>
        <p:spPr>
          <a:xfrm>
            <a:off x="7933926" y="7500589"/>
            <a:ext cx="494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pt-BR" sz="1400" dirty="0">
                <a:solidFill>
                  <a:srgbClr val="FFFB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r>
              <a:rPr lang="pt-BR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135" name="CaixaDeTexto 1134">
            <a:extLst>
              <a:ext uri="{FF2B5EF4-FFF2-40B4-BE49-F238E27FC236}">
                <a16:creationId xmlns:a16="http://schemas.microsoft.com/office/drawing/2014/main" id="{B696627D-956D-577B-9CAD-1DCBAAECFCDF}"/>
              </a:ext>
            </a:extLst>
          </p:cNvPr>
          <p:cNvSpPr txBox="1"/>
          <p:nvPr/>
        </p:nvSpPr>
        <p:spPr>
          <a:xfrm>
            <a:off x="4023089" y="7571463"/>
            <a:ext cx="34188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anular esse jogo, marque ao lado:</a:t>
            </a:r>
          </a:p>
        </p:txBody>
      </p:sp>
      <p:sp>
        <p:nvSpPr>
          <p:cNvPr id="1136" name="Retângulo 1135">
            <a:extLst>
              <a:ext uri="{FF2B5EF4-FFF2-40B4-BE49-F238E27FC236}">
                <a16:creationId xmlns:a16="http://schemas.microsoft.com/office/drawing/2014/main" id="{4A74EDDF-2B39-AC59-B98F-587BF85BCE38}"/>
              </a:ext>
            </a:extLst>
          </p:cNvPr>
          <p:cNvSpPr/>
          <p:nvPr/>
        </p:nvSpPr>
        <p:spPr>
          <a:xfrm>
            <a:off x="6708252" y="5371231"/>
            <a:ext cx="324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7" name="Retângulo 1136">
            <a:extLst>
              <a:ext uri="{FF2B5EF4-FFF2-40B4-BE49-F238E27FC236}">
                <a16:creationId xmlns:a16="http://schemas.microsoft.com/office/drawing/2014/main" id="{ACDAFA9C-25EB-569A-3A5E-19A615C58487}"/>
              </a:ext>
            </a:extLst>
          </p:cNvPr>
          <p:cNvSpPr/>
          <p:nvPr/>
        </p:nvSpPr>
        <p:spPr>
          <a:xfrm>
            <a:off x="8024507" y="5371231"/>
            <a:ext cx="324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8" name="Retângulo 1137">
            <a:extLst>
              <a:ext uri="{FF2B5EF4-FFF2-40B4-BE49-F238E27FC236}">
                <a16:creationId xmlns:a16="http://schemas.microsoft.com/office/drawing/2014/main" id="{35DEECBF-DCD9-7A0A-A9B2-8FF912D25E7E}"/>
              </a:ext>
            </a:extLst>
          </p:cNvPr>
          <p:cNvSpPr/>
          <p:nvPr/>
        </p:nvSpPr>
        <p:spPr>
          <a:xfrm>
            <a:off x="4097651" y="5371231"/>
            <a:ext cx="324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9" name="Retângulo 1138">
            <a:extLst>
              <a:ext uri="{FF2B5EF4-FFF2-40B4-BE49-F238E27FC236}">
                <a16:creationId xmlns:a16="http://schemas.microsoft.com/office/drawing/2014/main" id="{18DCBDAE-43D1-55D6-8620-B2F01A4DC75B}"/>
              </a:ext>
            </a:extLst>
          </p:cNvPr>
          <p:cNvSpPr/>
          <p:nvPr/>
        </p:nvSpPr>
        <p:spPr>
          <a:xfrm>
            <a:off x="3663584" y="5371231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0" name="Retângulo 1139">
            <a:extLst>
              <a:ext uri="{FF2B5EF4-FFF2-40B4-BE49-F238E27FC236}">
                <a16:creationId xmlns:a16="http://schemas.microsoft.com/office/drawing/2014/main" id="{5B8AE0B6-4E09-C89F-873D-6DFF02BEB919}"/>
              </a:ext>
            </a:extLst>
          </p:cNvPr>
          <p:cNvSpPr/>
          <p:nvPr/>
        </p:nvSpPr>
        <p:spPr>
          <a:xfrm>
            <a:off x="3663584" y="563191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1" name="Retângulo 1140">
            <a:extLst>
              <a:ext uri="{FF2B5EF4-FFF2-40B4-BE49-F238E27FC236}">
                <a16:creationId xmlns:a16="http://schemas.microsoft.com/office/drawing/2014/main" id="{39C940DD-39B2-B1AF-899B-2DBC4BC0A9D7}"/>
              </a:ext>
            </a:extLst>
          </p:cNvPr>
          <p:cNvSpPr/>
          <p:nvPr/>
        </p:nvSpPr>
        <p:spPr>
          <a:xfrm>
            <a:off x="3663584" y="588559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2" name="Retângulo 1141">
            <a:extLst>
              <a:ext uri="{FF2B5EF4-FFF2-40B4-BE49-F238E27FC236}">
                <a16:creationId xmlns:a16="http://schemas.microsoft.com/office/drawing/2014/main" id="{FDF80AA2-2653-8914-74BA-7D9605CF1A8E}"/>
              </a:ext>
            </a:extLst>
          </p:cNvPr>
          <p:cNvSpPr/>
          <p:nvPr/>
        </p:nvSpPr>
        <p:spPr>
          <a:xfrm>
            <a:off x="3663584" y="613927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3" name="Retângulo 1142">
            <a:extLst>
              <a:ext uri="{FF2B5EF4-FFF2-40B4-BE49-F238E27FC236}">
                <a16:creationId xmlns:a16="http://schemas.microsoft.com/office/drawing/2014/main" id="{3D9FAC8E-77CE-BE86-FF0F-347444074E76}"/>
              </a:ext>
            </a:extLst>
          </p:cNvPr>
          <p:cNvSpPr/>
          <p:nvPr/>
        </p:nvSpPr>
        <p:spPr>
          <a:xfrm>
            <a:off x="3663584" y="639295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4" name="Retângulo 1143">
            <a:extLst>
              <a:ext uri="{FF2B5EF4-FFF2-40B4-BE49-F238E27FC236}">
                <a16:creationId xmlns:a16="http://schemas.microsoft.com/office/drawing/2014/main" id="{009E32CF-3F10-C421-AA51-CE0E08C7250F}"/>
              </a:ext>
            </a:extLst>
          </p:cNvPr>
          <p:cNvSpPr/>
          <p:nvPr/>
        </p:nvSpPr>
        <p:spPr>
          <a:xfrm>
            <a:off x="3663584" y="664663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5" name="Retângulo 1144">
            <a:extLst>
              <a:ext uri="{FF2B5EF4-FFF2-40B4-BE49-F238E27FC236}">
                <a16:creationId xmlns:a16="http://schemas.microsoft.com/office/drawing/2014/main" id="{8B69568C-C817-F6AC-0660-7592379D9900}"/>
              </a:ext>
            </a:extLst>
          </p:cNvPr>
          <p:cNvSpPr/>
          <p:nvPr/>
        </p:nvSpPr>
        <p:spPr>
          <a:xfrm>
            <a:off x="3663584" y="690031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6" name="Retângulo 1145">
            <a:extLst>
              <a:ext uri="{FF2B5EF4-FFF2-40B4-BE49-F238E27FC236}">
                <a16:creationId xmlns:a16="http://schemas.microsoft.com/office/drawing/2014/main" id="{9919230D-5772-3564-0995-6C6DC491EB1C}"/>
              </a:ext>
            </a:extLst>
          </p:cNvPr>
          <p:cNvSpPr/>
          <p:nvPr/>
        </p:nvSpPr>
        <p:spPr>
          <a:xfrm>
            <a:off x="3663584" y="7648268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51" name="Agrupar 1150">
            <a:extLst>
              <a:ext uri="{FF2B5EF4-FFF2-40B4-BE49-F238E27FC236}">
                <a16:creationId xmlns:a16="http://schemas.microsoft.com/office/drawing/2014/main" id="{44C2F0C8-50F8-2581-6CB6-BF07D0891C5D}"/>
              </a:ext>
            </a:extLst>
          </p:cNvPr>
          <p:cNvGrpSpPr/>
          <p:nvPr/>
        </p:nvGrpSpPr>
        <p:grpSpPr>
          <a:xfrm>
            <a:off x="4012135" y="7011752"/>
            <a:ext cx="4416114" cy="307777"/>
            <a:chOff x="7289572" y="2889564"/>
            <a:chExt cx="4416114" cy="307777"/>
          </a:xfrm>
        </p:grpSpPr>
        <p:sp>
          <p:nvSpPr>
            <p:cNvPr id="1152" name="CaixaDeTexto 1151">
              <a:extLst>
                <a:ext uri="{FF2B5EF4-FFF2-40B4-BE49-F238E27FC236}">
                  <a16:creationId xmlns:a16="http://schemas.microsoft.com/office/drawing/2014/main" id="{F4D8A60A-B007-296B-0DD5-12C42AEEBA6C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[61]</a:t>
              </a:r>
            </a:p>
          </p:txBody>
        </p:sp>
        <p:sp>
          <p:nvSpPr>
            <p:cNvPr id="1153" name="CaixaDeTexto 1152">
              <a:extLst>
                <a:ext uri="{FF2B5EF4-FFF2-40B4-BE49-F238E27FC236}">
                  <a16:creationId xmlns:a16="http://schemas.microsoft.com/office/drawing/2014/main" id="{EF9363DB-C071-D739-87B5-D80E16C4129A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[62]</a:t>
              </a:r>
            </a:p>
          </p:txBody>
        </p:sp>
        <p:sp>
          <p:nvSpPr>
            <p:cNvPr id="1154" name="CaixaDeTexto 1153">
              <a:extLst>
                <a:ext uri="{FF2B5EF4-FFF2-40B4-BE49-F238E27FC236}">
                  <a16:creationId xmlns:a16="http://schemas.microsoft.com/office/drawing/2014/main" id="{674FC67B-0985-F91B-AD28-DA376C1312DC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[63]</a:t>
              </a:r>
            </a:p>
          </p:txBody>
        </p:sp>
        <p:sp>
          <p:nvSpPr>
            <p:cNvPr id="1155" name="CaixaDeTexto 1154">
              <a:extLst>
                <a:ext uri="{FF2B5EF4-FFF2-40B4-BE49-F238E27FC236}">
                  <a16:creationId xmlns:a16="http://schemas.microsoft.com/office/drawing/2014/main" id="{1D460F23-76E3-05C4-A160-F3388E98D6B8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[64]</a:t>
              </a:r>
            </a:p>
          </p:txBody>
        </p:sp>
        <p:sp>
          <p:nvSpPr>
            <p:cNvPr id="1156" name="CaixaDeTexto 1155">
              <a:extLst>
                <a:ext uri="{FF2B5EF4-FFF2-40B4-BE49-F238E27FC236}">
                  <a16:creationId xmlns:a16="http://schemas.microsoft.com/office/drawing/2014/main" id="{4A5AAA3F-E2E0-5C5E-5883-93C86D9B0525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[65]</a:t>
              </a:r>
            </a:p>
          </p:txBody>
        </p:sp>
        <p:sp>
          <p:nvSpPr>
            <p:cNvPr id="1157" name="CaixaDeTexto 1156">
              <a:extLst>
                <a:ext uri="{FF2B5EF4-FFF2-40B4-BE49-F238E27FC236}">
                  <a16:creationId xmlns:a16="http://schemas.microsoft.com/office/drawing/2014/main" id="{D038D9DE-9E95-707B-9432-1789CB883FDF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[66]</a:t>
              </a:r>
            </a:p>
          </p:txBody>
        </p:sp>
        <p:sp>
          <p:nvSpPr>
            <p:cNvPr id="1158" name="CaixaDeTexto 1157">
              <a:extLst>
                <a:ext uri="{FF2B5EF4-FFF2-40B4-BE49-F238E27FC236}">
                  <a16:creationId xmlns:a16="http://schemas.microsoft.com/office/drawing/2014/main" id="{3C050EAD-E2FF-3925-77F4-C00C0E34F2BC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[67]</a:t>
              </a:r>
            </a:p>
          </p:txBody>
        </p:sp>
        <p:sp>
          <p:nvSpPr>
            <p:cNvPr id="1180" name="CaixaDeTexto 1179">
              <a:extLst>
                <a:ext uri="{FF2B5EF4-FFF2-40B4-BE49-F238E27FC236}">
                  <a16:creationId xmlns:a16="http://schemas.microsoft.com/office/drawing/2014/main" id="{586392D4-6629-DE3A-C695-CAA47C45144A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[68]</a:t>
              </a:r>
            </a:p>
          </p:txBody>
        </p:sp>
        <p:sp>
          <p:nvSpPr>
            <p:cNvPr id="1181" name="CaixaDeTexto 1180">
              <a:extLst>
                <a:ext uri="{FF2B5EF4-FFF2-40B4-BE49-F238E27FC236}">
                  <a16:creationId xmlns:a16="http://schemas.microsoft.com/office/drawing/2014/main" id="{72A7606C-4E55-4DAB-B648-1CA0E0486CA2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[69]</a:t>
              </a:r>
            </a:p>
          </p:txBody>
        </p:sp>
        <p:sp>
          <p:nvSpPr>
            <p:cNvPr id="1182" name="CaixaDeTexto 1181">
              <a:extLst>
                <a:ext uri="{FF2B5EF4-FFF2-40B4-BE49-F238E27FC236}">
                  <a16:creationId xmlns:a16="http://schemas.microsoft.com/office/drawing/2014/main" id="{73B0FD83-D723-1085-45C0-62BA42B111E6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[70]</a:t>
              </a:r>
            </a:p>
          </p:txBody>
        </p:sp>
      </p:grpSp>
      <p:sp>
        <p:nvSpPr>
          <p:cNvPr id="1183" name="Retângulo 1182">
            <a:extLst>
              <a:ext uri="{FF2B5EF4-FFF2-40B4-BE49-F238E27FC236}">
                <a16:creationId xmlns:a16="http://schemas.microsoft.com/office/drawing/2014/main" id="{D3826F04-C070-A475-38C3-EC96286D999A}"/>
              </a:ext>
            </a:extLst>
          </p:cNvPr>
          <p:cNvSpPr/>
          <p:nvPr/>
        </p:nvSpPr>
        <p:spPr>
          <a:xfrm>
            <a:off x="3663229" y="7146639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84" name="Agrupar 1183">
            <a:extLst>
              <a:ext uri="{FF2B5EF4-FFF2-40B4-BE49-F238E27FC236}">
                <a16:creationId xmlns:a16="http://schemas.microsoft.com/office/drawing/2014/main" id="{BEBEF301-8FFF-4013-36EC-D01FB643D083}"/>
              </a:ext>
            </a:extLst>
          </p:cNvPr>
          <p:cNvGrpSpPr/>
          <p:nvPr/>
        </p:nvGrpSpPr>
        <p:grpSpPr>
          <a:xfrm>
            <a:off x="4012135" y="7264663"/>
            <a:ext cx="4416114" cy="307777"/>
            <a:chOff x="7289572" y="2889564"/>
            <a:chExt cx="4416114" cy="307777"/>
          </a:xfrm>
        </p:grpSpPr>
        <p:sp>
          <p:nvSpPr>
            <p:cNvPr id="1185" name="CaixaDeTexto 1184">
              <a:extLst>
                <a:ext uri="{FF2B5EF4-FFF2-40B4-BE49-F238E27FC236}">
                  <a16:creationId xmlns:a16="http://schemas.microsoft.com/office/drawing/2014/main" id="{5C7B1EFC-9494-FCF6-10B6-EB14267CFE8A}"/>
                </a:ext>
              </a:extLst>
            </p:cNvPr>
            <p:cNvSpPr txBox="1"/>
            <p:nvPr/>
          </p:nvSpPr>
          <p:spPr>
            <a:xfrm>
              <a:off x="728957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[71]</a:t>
              </a:r>
            </a:p>
          </p:txBody>
        </p:sp>
        <p:sp>
          <p:nvSpPr>
            <p:cNvPr id="1186" name="CaixaDeTexto 1185">
              <a:extLst>
                <a:ext uri="{FF2B5EF4-FFF2-40B4-BE49-F238E27FC236}">
                  <a16:creationId xmlns:a16="http://schemas.microsoft.com/office/drawing/2014/main" id="{8499F0C2-C5F1-BC51-037D-6872203423AA}"/>
                </a:ext>
              </a:extLst>
            </p:cNvPr>
            <p:cNvSpPr txBox="1"/>
            <p:nvPr/>
          </p:nvSpPr>
          <p:spPr>
            <a:xfrm>
              <a:off x="772532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[72]</a:t>
              </a:r>
            </a:p>
          </p:txBody>
        </p:sp>
        <p:sp>
          <p:nvSpPr>
            <p:cNvPr id="1187" name="CaixaDeTexto 1186">
              <a:extLst>
                <a:ext uri="{FF2B5EF4-FFF2-40B4-BE49-F238E27FC236}">
                  <a16:creationId xmlns:a16="http://schemas.microsoft.com/office/drawing/2014/main" id="{55542317-22BA-9132-2FE9-79F4807BA01B}"/>
                </a:ext>
              </a:extLst>
            </p:cNvPr>
            <p:cNvSpPr txBox="1"/>
            <p:nvPr/>
          </p:nvSpPr>
          <p:spPr>
            <a:xfrm>
              <a:off x="816108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[73]</a:t>
              </a:r>
            </a:p>
          </p:txBody>
        </p:sp>
        <p:sp>
          <p:nvSpPr>
            <p:cNvPr id="1188" name="CaixaDeTexto 1187">
              <a:extLst>
                <a:ext uri="{FF2B5EF4-FFF2-40B4-BE49-F238E27FC236}">
                  <a16:creationId xmlns:a16="http://schemas.microsoft.com/office/drawing/2014/main" id="{FFFE7360-6020-5034-EB1A-5403D62BC7DD}"/>
                </a:ext>
              </a:extLst>
            </p:cNvPr>
            <p:cNvSpPr txBox="1"/>
            <p:nvPr/>
          </p:nvSpPr>
          <p:spPr>
            <a:xfrm>
              <a:off x="859683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[74]</a:t>
              </a:r>
            </a:p>
          </p:txBody>
        </p:sp>
        <p:sp>
          <p:nvSpPr>
            <p:cNvPr id="1189" name="CaixaDeTexto 1188">
              <a:extLst>
                <a:ext uri="{FF2B5EF4-FFF2-40B4-BE49-F238E27FC236}">
                  <a16:creationId xmlns:a16="http://schemas.microsoft.com/office/drawing/2014/main" id="{F92005A3-ECB0-CE68-D951-FBAEC21A7284}"/>
                </a:ext>
              </a:extLst>
            </p:cNvPr>
            <p:cNvSpPr txBox="1"/>
            <p:nvPr/>
          </p:nvSpPr>
          <p:spPr>
            <a:xfrm>
              <a:off x="903259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[75]</a:t>
              </a:r>
            </a:p>
          </p:txBody>
        </p:sp>
        <p:sp>
          <p:nvSpPr>
            <p:cNvPr id="1190" name="CaixaDeTexto 1189">
              <a:extLst>
                <a:ext uri="{FF2B5EF4-FFF2-40B4-BE49-F238E27FC236}">
                  <a16:creationId xmlns:a16="http://schemas.microsoft.com/office/drawing/2014/main" id="{5668DF34-ABFF-3A23-9B24-7F281961A724}"/>
                </a:ext>
              </a:extLst>
            </p:cNvPr>
            <p:cNvSpPr txBox="1"/>
            <p:nvPr/>
          </p:nvSpPr>
          <p:spPr>
            <a:xfrm>
              <a:off x="946834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[76]</a:t>
              </a:r>
            </a:p>
          </p:txBody>
        </p:sp>
        <p:sp>
          <p:nvSpPr>
            <p:cNvPr id="1191" name="CaixaDeTexto 1190">
              <a:extLst>
                <a:ext uri="{FF2B5EF4-FFF2-40B4-BE49-F238E27FC236}">
                  <a16:creationId xmlns:a16="http://schemas.microsoft.com/office/drawing/2014/main" id="{6615C1A7-7CED-4903-2830-5A4C418EF4D8}"/>
                </a:ext>
              </a:extLst>
            </p:cNvPr>
            <p:cNvSpPr txBox="1"/>
            <p:nvPr/>
          </p:nvSpPr>
          <p:spPr>
            <a:xfrm>
              <a:off x="990410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[77]</a:t>
              </a:r>
            </a:p>
          </p:txBody>
        </p:sp>
        <p:sp>
          <p:nvSpPr>
            <p:cNvPr id="1192" name="CaixaDeTexto 1191">
              <a:extLst>
                <a:ext uri="{FF2B5EF4-FFF2-40B4-BE49-F238E27FC236}">
                  <a16:creationId xmlns:a16="http://schemas.microsoft.com/office/drawing/2014/main" id="{486DB03F-0910-B9DD-1903-F07E02CBCC2C}"/>
                </a:ext>
              </a:extLst>
            </p:cNvPr>
            <p:cNvSpPr txBox="1"/>
            <p:nvPr/>
          </p:nvSpPr>
          <p:spPr>
            <a:xfrm>
              <a:off x="10339857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[78]</a:t>
              </a:r>
            </a:p>
          </p:txBody>
        </p:sp>
        <p:sp>
          <p:nvSpPr>
            <p:cNvPr id="1193" name="CaixaDeTexto 1192">
              <a:extLst>
                <a:ext uri="{FF2B5EF4-FFF2-40B4-BE49-F238E27FC236}">
                  <a16:creationId xmlns:a16="http://schemas.microsoft.com/office/drawing/2014/main" id="{974F59B7-61DA-1B23-C784-670EDC2BE81D}"/>
                </a:ext>
              </a:extLst>
            </p:cNvPr>
            <p:cNvSpPr txBox="1"/>
            <p:nvPr/>
          </p:nvSpPr>
          <p:spPr>
            <a:xfrm>
              <a:off x="10775612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[79]</a:t>
              </a:r>
            </a:p>
          </p:txBody>
        </p:sp>
        <p:sp>
          <p:nvSpPr>
            <p:cNvPr id="1194" name="CaixaDeTexto 1193">
              <a:extLst>
                <a:ext uri="{FF2B5EF4-FFF2-40B4-BE49-F238E27FC236}">
                  <a16:creationId xmlns:a16="http://schemas.microsoft.com/office/drawing/2014/main" id="{4C6D0D3F-47CD-95AF-91B8-6A0D94603D08}"/>
                </a:ext>
              </a:extLst>
            </p:cNvPr>
            <p:cNvSpPr txBox="1"/>
            <p:nvPr/>
          </p:nvSpPr>
          <p:spPr>
            <a:xfrm>
              <a:off x="11211363" y="288956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[80]</a:t>
              </a:r>
            </a:p>
          </p:txBody>
        </p:sp>
      </p:grpSp>
      <p:sp>
        <p:nvSpPr>
          <p:cNvPr id="1195" name="Retângulo 1194">
            <a:extLst>
              <a:ext uri="{FF2B5EF4-FFF2-40B4-BE49-F238E27FC236}">
                <a16:creationId xmlns:a16="http://schemas.microsoft.com/office/drawing/2014/main" id="{E2D936D1-39AE-26AF-D723-FF5E0D4E35B6}"/>
              </a:ext>
            </a:extLst>
          </p:cNvPr>
          <p:cNvSpPr/>
          <p:nvPr/>
        </p:nvSpPr>
        <p:spPr>
          <a:xfrm>
            <a:off x="3663229" y="7399550"/>
            <a:ext cx="180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022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0DB928B-A821-C257-5825-8495B0514ECA}"/>
              </a:ext>
            </a:extLst>
          </p:cNvPr>
          <p:cNvSpPr/>
          <p:nvPr/>
        </p:nvSpPr>
        <p:spPr>
          <a:xfrm>
            <a:off x="2046369" y="862769"/>
            <a:ext cx="8099261" cy="42255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9E97C0-F59F-1C86-E1CA-E0F43FF5D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71668">
            <a:off x="3878597" y="678639"/>
            <a:ext cx="4434804" cy="591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81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113BEE1-131D-2476-A9E4-E60813426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90" b="27285"/>
          <a:stretch>
            <a:fillRect/>
          </a:stretch>
        </p:blipFill>
        <p:spPr>
          <a:xfrm>
            <a:off x="2209800" y="771526"/>
            <a:ext cx="77724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61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1D1C6D2-984B-6E39-89FE-28F93EB2C50A}"/>
              </a:ext>
            </a:extLst>
          </p:cNvPr>
          <p:cNvSpPr/>
          <p:nvPr/>
        </p:nvSpPr>
        <p:spPr>
          <a:xfrm>
            <a:off x="3899993" y="906797"/>
            <a:ext cx="4620620" cy="1289486"/>
          </a:xfrm>
          <a:prstGeom prst="rect">
            <a:avLst/>
          </a:prstGeom>
          <a:gradFill flip="none" rotWithShape="1">
            <a:gsLst>
              <a:gs pos="0">
                <a:srgbClr val="2C2B88"/>
              </a:gs>
              <a:gs pos="60000">
                <a:srgbClr val="6352A3"/>
              </a:gs>
              <a:gs pos="91000">
                <a:srgbClr val="8581BF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Resultado da Quina: ninguém acerta dezenas, e prêmio acumula em R$ 1,5  milhão; confira números">
            <a:extLst>
              <a:ext uri="{FF2B5EF4-FFF2-40B4-BE49-F238E27FC236}">
                <a16:creationId xmlns:a16="http://schemas.microsoft.com/office/drawing/2014/main" id="{0D1244FA-F182-52F5-6F2E-7737E507E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61606" y="1084308"/>
            <a:ext cx="5867400" cy="3302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6386E28-1880-FDBD-A4C0-67E49E6E4DE3}"/>
              </a:ext>
            </a:extLst>
          </p:cNvPr>
          <p:cNvSpPr txBox="1"/>
          <p:nvPr/>
        </p:nvSpPr>
        <p:spPr>
          <a:xfrm>
            <a:off x="3632887" y="906797"/>
            <a:ext cx="122331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dirty="0">
                <a:solidFill>
                  <a:schemeClr val="bg1">
                    <a:alpha val="32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78EA91-4D2E-96B1-1B38-F3B667CBED01}"/>
              </a:ext>
            </a:extLst>
          </p:cNvPr>
          <p:cNvSpPr txBox="1"/>
          <p:nvPr/>
        </p:nvSpPr>
        <p:spPr>
          <a:xfrm>
            <a:off x="4511652" y="355862"/>
            <a:ext cx="122331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dirty="0">
                <a:solidFill>
                  <a:schemeClr val="bg1">
                    <a:alpha val="32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A7A7EA8-77AF-4D5B-727B-3B90E91E02A0}"/>
              </a:ext>
            </a:extLst>
          </p:cNvPr>
          <p:cNvSpPr txBox="1"/>
          <p:nvPr/>
        </p:nvSpPr>
        <p:spPr>
          <a:xfrm>
            <a:off x="5444587" y="178890"/>
            <a:ext cx="122331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>
                <a:solidFill>
                  <a:schemeClr val="bg1">
                    <a:alpha val="32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CC96F6E-9FF9-C2EC-63E7-A3610BBD0AFB}"/>
              </a:ext>
            </a:extLst>
          </p:cNvPr>
          <p:cNvSpPr txBox="1"/>
          <p:nvPr/>
        </p:nvSpPr>
        <p:spPr>
          <a:xfrm>
            <a:off x="6613736" y="-201199"/>
            <a:ext cx="122331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>
                <a:solidFill>
                  <a:schemeClr val="bg1">
                    <a:alpha val="32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7B731F3-ABE1-3985-B8B0-258A5C036ED0}"/>
              </a:ext>
            </a:extLst>
          </p:cNvPr>
          <p:cNvSpPr txBox="1"/>
          <p:nvPr/>
        </p:nvSpPr>
        <p:spPr>
          <a:xfrm>
            <a:off x="5868524" y="1076281"/>
            <a:ext cx="122331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dirty="0">
                <a:solidFill>
                  <a:schemeClr val="bg1">
                    <a:alpha val="32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4EBB85C-8D00-0B01-64BE-5134B2BA36C5}"/>
              </a:ext>
            </a:extLst>
          </p:cNvPr>
          <p:cNvSpPr txBox="1"/>
          <p:nvPr/>
        </p:nvSpPr>
        <p:spPr>
          <a:xfrm>
            <a:off x="6644627" y="1202435"/>
            <a:ext cx="122331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>
                <a:solidFill>
                  <a:schemeClr val="bg1">
                    <a:alpha val="32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BF23A0-2DCC-ED7B-7D6E-D7D6E7B85CF7}"/>
              </a:ext>
            </a:extLst>
          </p:cNvPr>
          <p:cNvSpPr txBox="1"/>
          <p:nvPr/>
        </p:nvSpPr>
        <p:spPr>
          <a:xfrm>
            <a:off x="7970608" y="1237695"/>
            <a:ext cx="12233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dirty="0">
                <a:solidFill>
                  <a:schemeClr val="bg1">
                    <a:alpha val="32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1D25B6C-FD12-8304-49D6-72902C6AB5EA}"/>
              </a:ext>
            </a:extLst>
          </p:cNvPr>
          <p:cNvSpPr txBox="1"/>
          <p:nvPr/>
        </p:nvSpPr>
        <p:spPr>
          <a:xfrm>
            <a:off x="6897603" y="1076280"/>
            <a:ext cx="12233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>
                    <a:alpha val="32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7FAD46-0705-F459-FE2E-000653DF8007}"/>
              </a:ext>
            </a:extLst>
          </p:cNvPr>
          <p:cNvSpPr txBox="1"/>
          <p:nvPr/>
        </p:nvSpPr>
        <p:spPr>
          <a:xfrm>
            <a:off x="7709108" y="141383"/>
            <a:ext cx="122331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>
                <a:solidFill>
                  <a:srgbClr val="2E116A">
                    <a:alpha val="38000"/>
                  </a:srgb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1FBC30A-B16A-EEB2-71BC-4BB93C67E1EC}"/>
              </a:ext>
            </a:extLst>
          </p:cNvPr>
          <p:cNvSpPr txBox="1"/>
          <p:nvPr/>
        </p:nvSpPr>
        <p:spPr>
          <a:xfrm>
            <a:off x="7328185" y="1178690"/>
            <a:ext cx="122331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dirty="0">
                <a:solidFill>
                  <a:srgbClr val="2E116A">
                    <a:alpha val="38000"/>
                  </a:srgb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1526A96-9442-7ABC-E02D-3FE4A3D11B05}"/>
              </a:ext>
            </a:extLst>
          </p:cNvPr>
          <p:cNvSpPr txBox="1"/>
          <p:nvPr/>
        </p:nvSpPr>
        <p:spPr>
          <a:xfrm>
            <a:off x="4672161" y="975983"/>
            <a:ext cx="122331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>
                <a:solidFill>
                  <a:srgbClr val="2E116A">
                    <a:alpha val="38000"/>
                  </a:srgb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3611B01-54DF-94BD-682B-9787944F151E}"/>
              </a:ext>
            </a:extLst>
          </p:cNvPr>
          <p:cNvSpPr txBox="1"/>
          <p:nvPr/>
        </p:nvSpPr>
        <p:spPr>
          <a:xfrm>
            <a:off x="5096226" y="455415"/>
            <a:ext cx="12233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>
                <a:solidFill>
                  <a:srgbClr val="2E116A">
                    <a:alpha val="38000"/>
                  </a:srgb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A462D07-C37E-3D59-D93B-3EEE6302A92A}"/>
              </a:ext>
            </a:extLst>
          </p:cNvPr>
          <p:cNvSpPr txBox="1"/>
          <p:nvPr/>
        </p:nvSpPr>
        <p:spPr>
          <a:xfrm>
            <a:off x="6131822" y="381988"/>
            <a:ext cx="12233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dirty="0">
                <a:solidFill>
                  <a:srgbClr val="2E116A">
                    <a:alpha val="38000"/>
                  </a:srgb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0BDF9DD-DEC5-52F1-6ED7-47039F66546C}"/>
              </a:ext>
            </a:extLst>
          </p:cNvPr>
          <p:cNvSpPr txBox="1"/>
          <p:nvPr/>
        </p:nvSpPr>
        <p:spPr>
          <a:xfrm>
            <a:off x="6453033" y="1122108"/>
            <a:ext cx="1223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rgbClr val="2E116A">
                    <a:alpha val="38000"/>
                  </a:srgb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A56F10F-1EA4-2D42-9266-3068622E0F8F}"/>
              </a:ext>
            </a:extLst>
          </p:cNvPr>
          <p:cNvSpPr txBox="1"/>
          <p:nvPr/>
        </p:nvSpPr>
        <p:spPr>
          <a:xfrm>
            <a:off x="5473401" y="1480833"/>
            <a:ext cx="1223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rgbClr val="2E116A">
                    <a:alpha val="38000"/>
                  </a:srgb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23BBE57-086B-211B-D5A1-6DE5975A015C}"/>
              </a:ext>
            </a:extLst>
          </p:cNvPr>
          <p:cNvSpPr txBox="1"/>
          <p:nvPr/>
        </p:nvSpPr>
        <p:spPr>
          <a:xfrm>
            <a:off x="7328057" y="227542"/>
            <a:ext cx="12233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>
                <a:solidFill>
                  <a:srgbClr val="2E116A">
                    <a:alpha val="38000"/>
                  </a:srgb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0DA87CD-2D96-477A-AA90-F22B60D5F997}"/>
              </a:ext>
            </a:extLst>
          </p:cNvPr>
          <p:cNvSpPr txBox="1"/>
          <p:nvPr/>
        </p:nvSpPr>
        <p:spPr>
          <a:xfrm>
            <a:off x="4213403" y="1320791"/>
            <a:ext cx="1223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solidFill>
                  <a:schemeClr val="bg1">
                    <a:alpha val="32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3714CE9-7D02-F27D-AAFC-C4BE5111F312}"/>
              </a:ext>
            </a:extLst>
          </p:cNvPr>
          <p:cNvSpPr txBox="1"/>
          <p:nvPr/>
        </p:nvSpPr>
        <p:spPr>
          <a:xfrm>
            <a:off x="7297294" y="1052676"/>
            <a:ext cx="12233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>
                    <a:alpha val="32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5557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480DF-8133-FF09-122A-CC3EA61A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Retângulo 1158">
            <a:extLst>
              <a:ext uri="{FF2B5EF4-FFF2-40B4-BE49-F238E27FC236}">
                <a16:creationId xmlns:a16="http://schemas.microsoft.com/office/drawing/2014/main" id="{83716FFB-1C8B-3CA9-99C8-5CB42842A64D}"/>
              </a:ext>
            </a:extLst>
          </p:cNvPr>
          <p:cNvSpPr/>
          <p:nvPr/>
        </p:nvSpPr>
        <p:spPr>
          <a:xfrm>
            <a:off x="2046369" y="862769"/>
            <a:ext cx="8099261" cy="42255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58" name="Agrupar 1157">
            <a:extLst>
              <a:ext uri="{FF2B5EF4-FFF2-40B4-BE49-F238E27FC236}">
                <a16:creationId xmlns:a16="http://schemas.microsoft.com/office/drawing/2014/main" id="{2714E1E8-3B4E-5E70-50CE-8B70193F19CE}"/>
              </a:ext>
            </a:extLst>
          </p:cNvPr>
          <p:cNvGrpSpPr/>
          <p:nvPr/>
        </p:nvGrpSpPr>
        <p:grpSpPr>
          <a:xfrm rot="667621">
            <a:off x="3574320" y="736431"/>
            <a:ext cx="5043357" cy="6203852"/>
            <a:chOff x="6860958" y="327074"/>
            <a:chExt cx="5043357" cy="6203852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B980AD6-6BD5-E51C-3A9B-7DC3BE8BC08A}"/>
                </a:ext>
              </a:extLst>
            </p:cNvPr>
            <p:cNvSpPr/>
            <p:nvPr/>
          </p:nvSpPr>
          <p:spPr>
            <a:xfrm>
              <a:off x="6860958" y="327074"/>
              <a:ext cx="5043357" cy="62038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2280B925-9550-A277-E04D-60C313EC9FD5}"/>
                </a:ext>
              </a:extLst>
            </p:cNvPr>
            <p:cNvSpPr/>
            <p:nvPr/>
          </p:nvSpPr>
          <p:spPr>
            <a:xfrm>
              <a:off x="7186630" y="579723"/>
              <a:ext cx="4620620" cy="802930"/>
            </a:xfrm>
            <a:prstGeom prst="rect">
              <a:avLst/>
            </a:prstGeom>
            <a:solidFill>
              <a:srgbClr val="2E83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5AB1BE57-813C-866D-3A3C-50847C8D93A2}"/>
                </a:ext>
              </a:extLst>
            </p:cNvPr>
            <p:cNvSpPr/>
            <p:nvPr/>
          </p:nvSpPr>
          <p:spPr>
            <a:xfrm>
              <a:off x="7198996" y="1971402"/>
              <a:ext cx="4608254" cy="1836000"/>
            </a:xfrm>
            <a:prstGeom prst="rect">
              <a:avLst/>
            </a:prstGeom>
            <a:solidFill>
              <a:srgbClr val="FFFB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F5A9D1DD-60FC-C372-9848-ACDE24C4B550}"/>
                </a:ext>
              </a:extLst>
            </p:cNvPr>
            <p:cNvSpPr txBox="1"/>
            <p:nvPr/>
          </p:nvSpPr>
          <p:spPr>
            <a:xfrm>
              <a:off x="8393823" y="664447"/>
              <a:ext cx="34188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600" b="1" i="1" dirty="0">
                  <a:ln w="19050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Helvetica" pitchFamily="2" charset="0"/>
                  <a:ea typeface="Hiragino Kaku Gothic Std W8" panose="020B0800000000000000" pitchFamily="34" charset="-128"/>
                  <a:cs typeface="Arial" panose="020B0604020202020204" pitchFamily="34" charset="0"/>
                </a:rPr>
                <a:t>MEGA-SENA</a:t>
              </a:r>
            </a:p>
          </p:txBody>
        </p: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AE8EDF4B-1E07-7529-67E0-17FB7B8B7C5F}"/>
                </a:ext>
              </a:extLst>
            </p:cNvPr>
            <p:cNvGrpSpPr/>
            <p:nvPr/>
          </p:nvGrpSpPr>
          <p:grpSpPr>
            <a:xfrm>
              <a:off x="7713263" y="685528"/>
              <a:ext cx="583495" cy="585451"/>
              <a:chOff x="7606454" y="693023"/>
              <a:chExt cx="583495" cy="585451"/>
            </a:xfrm>
          </p:grpSpPr>
          <p:grpSp>
            <p:nvGrpSpPr>
              <p:cNvPr id="22" name="Agrupar 21">
                <a:extLst>
                  <a:ext uri="{FF2B5EF4-FFF2-40B4-BE49-F238E27FC236}">
                    <a16:creationId xmlns:a16="http://schemas.microsoft.com/office/drawing/2014/main" id="{F5BEC60A-C97E-0BDE-1C14-83E092D1DD62}"/>
                  </a:ext>
                </a:extLst>
              </p:cNvPr>
              <p:cNvGrpSpPr/>
              <p:nvPr/>
            </p:nvGrpSpPr>
            <p:grpSpPr>
              <a:xfrm>
                <a:off x="7909621" y="693023"/>
                <a:ext cx="280328" cy="282271"/>
                <a:chOff x="10601325" y="4114913"/>
                <a:chExt cx="2681415" cy="2700000"/>
              </a:xfrm>
              <a:solidFill>
                <a:srgbClr val="AED4D1"/>
              </a:solidFill>
            </p:grpSpPr>
            <p:sp>
              <p:nvSpPr>
                <p:cNvPr id="18" name="Triângulo Retângulo 17">
                  <a:extLst>
                    <a:ext uri="{FF2B5EF4-FFF2-40B4-BE49-F238E27FC236}">
                      <a16:creationId xmlns:a16="http://schemas.microsoft.com/office/drawing/2014/main" id="{8BB0AB52-782E-226A-C518-64056CD943BD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17F4317-BEF2-685F-E5E7-99E4537F29FD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5BE960FA-6126-08B8-A384-BA1B7B0A98A5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80E260DC-31DF-D0E1-D17D-B08EF414A9BE}"/>
                  </a:ext>
                </a:extLst>
              </p:cNvPr>
              <p:cNvGrpSpPr/>
              <p:nvPr/>
            </p:nvGrpSpPr>
            <p:grpSpPr>
              <a:xfrm flipH="1">
                <a:off x="7606454" y="693408"/>
                <a:ext cx="280328" cy="282271"/>
                <a:chOff x="10601325" y="4114913"/>
                <a:chExt cx="2681415" cy="2700000"/>
              </a:xfrm>
              <a:solidFill>
                <a:schemeClr val="bg1"/>
              </a:solidFill>
            </p:grpSpPr>
            <p:sp>
              <p:nvSpPr>
                <p:cNvPr id="24" name="Triângulo Retângulo 23">
                  <a:extLst>
                    <a:ext uri="{FF2B5EF4-FFF2-40B4-BE49-F238E27FC236}">
                      <a16:creationId xmlns:a16="http://schemas.microsoft.com/office/drawing/2014/main" id="{55EB8D82-4A06-4138-024E-8F66D2AD3981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439B82-F8BB-ED05-98ED-4923FAA9E31B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114F57F6-E6BB-AC82-75A1-54FF71C391E4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27" name="Agrupar 26">
                <a:extLst>
                  <a:ext uri="{FF2B5EF4-FFF2-40B4-BE49-F238E27FC236}">
                    <a16:creationId xmlns:a16="http://schemas.microsoft.com/office/drawing/2014/main" id="{BE334B19-FF48-48D7-7A66-967E446D4E57}"/>
                  </a:ext>
                </a:extLst>
              </p:cNvPr>
              <p:cNvGrpSpPr/>
              <p:nvPr/>
            </p:nvGrpSpPr>
            <p:grpSpPr>
              <a:xfrm flipH="1" flipV="1">
                <a:off x="7606454" y="996203"/>
                <a:ext cx="280328" cy="282271"/>
                <a:chOff x="10601325" y="4114913"/>
                <a:chExt cx="2681415" cy="2700000"/>
              </a:xfrm>
              <a:solidFill>
                <a:srgbClr val="AED4D1"/>
              </a:solidFill>
            </p:grpSpPr>
            <p:sp>
              <p:nvSpPr>
                <p:cNvPr id="28" name="Triângulo Retângulo 27">
                  <a:extLst>
                    <a:ext uri="{FF2B5EF4-FFF2-40B4-BE49-F238E27FC236}">
                      <a16:creationId xmlns:a16="http://schemas.microsoft.com/office/drawing/2014/main" id="{AFDA794C-91DC-259B-F1BB-70A605F1D3BA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D1CF8E9D-600A-9747-F1BC-FAFA1526A453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882AE304-9734-E6C4-4AE3-4BAD2A6A597A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31" name="Agrupar 30">
                <a:extLst>
                  <a:ext uri="{FF2B5EF4-FFF2-40B4-BE49-F238E27FC236}">
                    <a16:creationId xmlns:a16="http://schemas.microsoft.com/office/drawing/2014/main" id="{593892FC-A185-DE52-2C7E-03E67A779A8B}"/>
                  </a:ext>
                </a:extLst>
              </p:cNvPr>
              <p:cNvGrpSpPr/>
              <p:nvPr/>
            </p:nvGrpSpPr>
            <p:grpSpPr>
              <a:xfrm flipV="1">
                <a:off x="7909621" y="995433"/>
                <a:ext cx="280328" cy="282271"/>
                <a:chOff x="10601325" y="4114913"/>
                <a:chExt cx="2681415" cy="2700000"/>
              </a:xfrm>
              <a:solidFill>
                <a:schemeClr val="bg1"/>
              </a:solidFill>
            </p:grpSpPr>
            <p:sp>
              <p:nvSpPr>
                <p:cNvPr id="32" name="Triângulo Retângulo 31">
                  <a:extLst>
                    <a:ext uri="{FF2B5EF4-FFF2-40B4-BE49-F238E27FC236}">
                      <a16:creationId xmlns:a16="http://schemas.microsoft.com/office/drawing/2014/main" id="{F1CAC1D0-15EE-4B74-7180-9FCD8C4249BE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9B2051CA-AAD4-F12B-BEB1-A5260CCEE25F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A9D85A9A-65C8-011B-DC04-63703DED3276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</p:grpSp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4A854240-6302-8A65-57A3-862EB67B8ADA}"/>
                </a:ext>
              </a:extLst>
            </p:cNvPr>
            <p:cNvGrpSpPr/>
            <p:nvPr/>
          </p:nvGrpSpPr>
          <p:grpSpPr>
            <a:xfrm>
              <a:off x="7289238" y="1991890"/>
              <a:ext cx="4416114" cy="307777"/>
              <a:chOff x="7289572" y="2889564"/>
              <a:chExt cx="4416114" cy="307777"/>
            </a:xfrm>
          </p:grpSpPr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409ED9EA-3525-3212-475E-691AE455BF70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[01]</a:t>
                </a:r>
              </a:p>
            </p:txBody>
          </p:sp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B3647542-A730-360F-90DB-0D23025CD692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[02]</a:t>
                </a:r>
              </a:p>
            </p:txBody>
          </p:sp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0C0AEF8B-1CCD-F592-6528-5331404C0E77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[03]</a:t>
                </a:r>
              </a:p>
            </p:txBody>
          </p:sp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C6EFC0C6-A22D-6309-A033-750F5F8A7618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[04]</a:t>
                </a:r>
              </a:p>
            </p:txBody>
          </p:sp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6493212-4A6F-0C14-4976-E85C35FC1AB2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[05]</a:t>
                </a:r>
              </a:p>
            </p:txBody>
          </p:sp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ED498EB-E05D-0C4D-D917-EB9E85E19245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[06]</a:t>
                </a:r>
              </a:p>
            </p:txBody>
          </p:sp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2FDD309F-1224-DB89-88DA-960A9A171BDE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[07]</a:t>
                </a:r>
              </a:p>
            </p:txBody>
          </p:sp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3A0CC1EB-F1A6-70EB-3C60-A7085F91A52E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[08]</a:t>
                </a:r>
              </a:p>
            </p:txBody>
          </p:sp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8278E419-7F20-D783-BA48-5184C433211F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[09]</a:t>
                </a:r>
              </a:p>
            </p:txBody>
          </p:sp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58015946-2038-AFD4-EFA6-ACB7B6DFEB55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[10]</a:t>
                </a:r>
              </a:p>
            </p:txBody>
          </p:sp>
        </p:grpSp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7C69CDBF-86E6-FC89-66EC-9B862A86D611}"/>
                </a:ext>
              </a:extLst>
            </p:cNvPr>
            <p:cNvGrpSpPr/>
            <p:nvPr/>
          </p:nvGrpSpPr>
          <p:grpSpPr>
            <a:xfrm>
              <a:off x="7289238" y="2236837"/>
              <a:ext cx="4416114" cy="307777"/>
              <a:chOff x="7289572" y="2889564"/>
              <a:chExt cx="4416114" cy="307777"/>
            </a:xfrm>
          </p:grpSpPr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404DA530-E67D-4759-508E-A08CC49F792F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[11]</a:t>
                </a:r>
              </a:p>
            </p:txBody>
          </p:sp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9CD1CECB-18ED-C819-F392-DAA3E8C740AB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[12]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AEB95BF3-644B-6D19-FE7F-62E87847023E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[13]</a:t>
                </a:r>
              </a:p>
            </p:txBody>
          </p:sp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008C1FFD-A309-FF72-F47F-C354EC0D8AF4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[14]</a:t>
                </a:r>
              </a:p>
            </p:txBody>
          </p:sp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4670479A-6B22-B056-AE6B-7CA98ACA0FC9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[15]</a:t>
                </a:r>
              </a:p>
            </p:txBody>
          </p:sp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39BFE0D4-C1F3-7337-EE33-31A9F873120A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[16]</a:t>
                </a:r>
              </a:p>
            </p:txBody>
          </p:sp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E67A3E3A-04DB-B7A3-3A7E-EC90D8875146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[17]</a:t>
                </a:r>
              </a:p>
            </p:txBody>
          </p:sp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82BD606E-878C-65C4-9E66-C28B3199D412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[18]</a:t>
                </a:r>
              </a:p>
            </p:txBody>
          </p:sp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1EFA3927-C06A-5AB0-CA33-3344EAB4A51F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[19]</a:t>
                </a:r>
              </a:p>
            </p:txBody>
          </p:sp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D4DDE20C-5B1D-4421-8D00-09F2103B29A6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[20]</a:t>
                </a:r>
              </a:p>
            </p:txBody>
          </p:sp>
        </p:grp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7B339B30-39CB-1B4C-9F8E-EDA9B8C7FE07}"/>
                </a:ext>
              </a:extLst>
            </p:cNvPr>
            <p:cNvGrpSpPr/>
            <p:nvPr/>
          </p:nvGrpSpPr>
          <p:grpSpPr>
            <a:xfrm>
              <a:off x="7289238" y="2481784"/>
              <a:ext cx="4416114" cy="307777"/>
              <a:chOff x="7289572" y="2889564"/>
              <a:chExt cx="4416114" cy="307777"/>
            </a:xfrm>
          </p:grpSpPr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439D4577-7772-9AA3-CA79-A70403DC5C56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[21]</a:t>
                </a:r>
              </a:p>
            </p:txBody>
          </p:sp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3FBD56CB-BB10-7D76-5A10-441C58424341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[22]</a:t>
                </a:r>
              </a:p>
            </p:txBody>
          </p:sp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927E2FA9-7F3F-A5ED-B1A3-F0469D8B97A5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[23]</a:t>
                </a:r>
              </a:p>
            </p:txBody>
          </p:sp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2771D368-C564-F2D2-0B76-AB0AA5B3851E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[24]</a:t>
                </a:r>
              </a:p>
            </p:txBody>
          </p:sp>
          <p:sp>
            <p:nvSpPr>
              <p:cNvPr id="1024" name="CaixaDeTexto 1023">
                <a:extLst>
                  <a:ext uri="{FF2B5EF4-FFF2-40B4-BE49-F238E27FC236}">
                    <a16:creationId xmlns:a16="http://schemas.microsoft.com/office/drawing/2014/main" id="{CFD2FA19-6101-9908-9671-37AD93AC6441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[25]</a:t>
                </a:r>
              </a:p>
            </p:txBody>
          </p:sp>
          <p:sp>
            <p:nvSpPr>
              <p:cNvPr id="1025" name="CaixaDeTexto 1024">
                <a:extLst>
                  <a:ext uri="{FF2B5EF4-FFF2-40B4-BE49-F238E27FC236}">
                    <a16:creationId xmlns:a16="http://schemas.microsoft.com/office/drawing/2014/main" id="{302D52D2-41F2-71F6-D674-2889FB4C29F6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[26]</a:t>
                </a:r>
              </a:p>
            </p:txBody>
          </p:sp>
          <p:sp>
            <p:nvSpPr>
              <p:cNvPr id="1027" name="CaixaDeTexto 1026">
                <a:extLst>
                  <a:ext uri="{FF2B5EF4-FFF2-40B4-BE49-F238E27FC236}">
                    <a16:creationId xmlns:a16="http://schemas.microsoft.com/office/drawing/2014/main" id="{781AB992-8A3D-F050-E7F8-80859E6C2F37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[27]</a:t>
                </a:r>
              </a:p>
            </p:txBody>
          </p:sp>
          <p:sp>
            <p:nvSpPr>
              <p:cNvPr id="1028" name="CaixaDeTexto 1027">
                <a:extLst>
                  <a:ext uri="{FF2B5EF4-FFF2-40B4-BE49-F238E27FC236}">
                    <a16:creationId xmlns:a16="http://schemas.microsoft.com/office/drawing/2014/main" id="{FC239C5A-C08F-8519-A830-A25CD245E6FD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[28]</a:t>
                </a:r>
              </a:p>
            </p:txBody>
          </p:sp>
          <p:sp>
            <p:nvSpPr>
              <p:cNvPr id="1029" name="CaixaDeTexto 1028">
                <a:extLst>
                  <a:ext uri="{FF2B5EF4-FFF2-40B4-BE49-F238E27FC236}">
                    <a16:creationId xmlns:a16="http://schemas.microsoft.com/office/drawing/2014/main" id="{127402BC-555C-9453-BB37-C575CA7DE3C9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[29]</a:t>
                </a:r>
              </a:p>
            </p:txBody>
          </p:sp>
          <p:sp>
            <p:nvSpPr>
              <p:cNvPr id="1030" name="CaixaDeTexto 1029">
                <a:extLst>
                  <a:ext uri="{FF2B5EF4-FFF2-40B4-BE49-F238E27FC236}">
                    <a16:creationId xmlns:a16="http://schemas.microsoft.com/office/drawing/2014/main" id="{4F8047DF-17A3-D1DF-11F1-A012BD8419EE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[30]</a:t>
                </a:r>
              </a:p>
            </p:txBody>
          </p:sp>
        </p:grpSp>
        <p:grpSp>
          <p:nvGrpSpPr>
            <p:cNvPr id="1031" name="Agrupar 1030">
              <a:extLst>
                <a:ext uri="{FF2B5EF4-FFF2-40B4-BE49-F238E27FC236}">
                  <a16:creationId xmlns:a16="http://schemas.microsoft.com/office/drawing/2014/main" id="{24CBF899-EB87-6272-7139-282DB65958A3}"/>
                </a:ext>
              </a:extLst>
            </p:cNvPr>
            <p:cNvGrpSpPr/>
            <p:nvPr/>
          </p:nvGrpSpPr>
          <p:grpSpPr>
            <a:xfrm>
              <a:off x="7289238" y="2726731"/>
              <a:ext cx="4416114" cy="307777"/>
              <a:chOff x="7289572" y="2889564"/>
              <a:chExt cx="4416114" cy="307777"/>
            </a:xfrm>
          </p:grpSpPr>
          <p:sp>
            <p:nvSpPr>
              <p:cNvPr id="1032" name="CaixaDeTexto 1031">
                <a:extLst>
                  <a:ext uri="{FF2B5EF4-FFF2-40B4-BE49-F238E27FC236}">
                    <a16:creationId xmlns:a16="http://schemas.microsoft.com/office/drawing/2014/main" id="{CF6363ED-D0DB-A6CC-179C-538296783E5B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[31]</a:t>
                </a:r>
              </a:p>
            </p:txBody>
          </p:sp>
          <p:sp>
            <p:nvSpPr>
              <p:cNvPr id="1033" name="CaixaDeTexto 1032">
                <a:extLst>
                  <a:ext uri="{FF2B5EF4-FFF2-40B4-BE49-F238E27FC236}">
                    <a16:creationId xmlns:a16="http://schemas.microsoft.com/office/drawing/2014/main" id="{87E7D7E9-6F22-79FC-2442-CB4C1E886984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[32]</a:t>
                </a:r>
              </a:p>
            </p:txBody>
          </p:sp>
          <p:sp>
            <p:nvSpPr>
              <p:cNvPr id="1034" name="CaixaDeTexto 1033">
                <a:extLst>
                  <a:ext uri="{FF2B5EF4-FFF2-40B4-BE49-F238E27FC236}">
                    <a16:creationId xmlns:a16="http://schemas.microsoft.com/office/drawing/2014/main" id="{37302175-CAAA-DBE0-FB9D-05D453BC90DE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[33]</a:t>
                </a:r>
              </a:p>
            </p:txBody>
          </p:sp>
          <p:sp>
            <p:nvSpPr>
              <p:cNvPr id="1035" name="CaixaDeTexto 1034">
                <a:extLst>
                  <a:ext uri="{FF2B5EF4-FFF2-40B4-BE49-F238E27FC236}">
                    <a16:creationId xmlns:a16="http://schemas.microsoft.com/office/drawing/2014/main" id="{1461DDFF-D2D0-539E-CB70-BF19AEDE7CCA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[34]</a:t>
                </a:r>
              </a:p>
            </p:txBody>
          </p:sp>
          <p:sp>
            <p:nvSpPr>
              <p:cNvPr id="1036" name="CaixaDeTexto 1035">
                <a:extLst>
                  <a:ext uri="{FF2B5EF4-FFF2-40B4-BE49-F238E27FC236}">
                    <a16:creationId xmlns:a16="http://schemas.microsoft.com/office/drawing/2014/main" id="{193E99EC-EB67-6EED-5A94-FF360AA742FE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[35]</a:t>
                </a:r>
              </a:p>
            </p:txBody>
          </p:sp>
          <p:sp>
            <p:nvSpPr>
              <p:cNvPr id="1037" name="CaixaDeTexto 1036">
                <a:extLst>
                  <a:ext uri="{FF2B5EF4-FFF2-40B4-BE49-F238E27FC236}">
                    <a16:creationId xmlns:a16="http://schemas.microsoft.com/office/drawing/2014/main" id="{723DFBC8-8FD9-DA14-534E-D9F695C5B953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[36]</a:t>
                </a:r>
              </a:p>
            </p:txBody>
          </p:sp>
          <p:sp>
            <p:nvSpPr>
              <p:cNvPr id="1038" name="CaixaDeTexto 1037">
                <a:extLst>
                  <a:ext uri="{FF2B5EF4-FFF2-40B4-BE49-F238E27FC236}">
                    <a16:creationId xmlns:a16="http://schemas.microsoft.com/office/drawing/2014/main" id="{9C96AC09-B7FB-8C9B-D137-C582BF2C34F0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[37]</a:t>
                </a:r>
              </a:p>
            </p:txBody>
          </p:sp>
          <p:sp>
            <p:nvSpPr>
              <p:cNvPr id="1039" name="CaixaDeTexto 1038">
                <a:extLst>
                  <a:ext uri="{FF2B5EF4-FFF2-40B4-BE49-F238E27FC236}">
                    <a16:creationId xmlns:a16="http://schemas.microsoft.com/office/drawing/2014/main" id="{042671EA-3117-B540-0821-46056F9CB29F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[38]</a:t>
                </a:r>
              </a:p>
            </p:txBody>
          </p:sp>
          <p:sp>
            <p:nvSpPr>
              <p:cNvPr id="1040" name="CaixaDeTexto 1039">
                <a:extLst>
                  <a:ext uri="{FF2B5EF4-FFF2-40B4-BE49-F238E27FC236}">
                    <a16:creationId xmlns:a16="http://schemas.microsoft.com/office/drawing/2014/main" id="{509D7A1E-BDD9-F5D7-6DEF-4F325F67E352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[39]</a:t>
                </a:r>
              </a:p>
            </p:txBody>
          </p:sp>
          <p:sp>
            <p:nvSpPr>
              <p:cNvPr id="1041" name="CaixaDeTexto 1040">
                <a:extLst>
                  <a:ext uri="{FF2B5EF4-FFF2-40B4-BE49-F238E27FC236}">
                    <a16:creationId xmlns:a16="http://schemas.microsoft.com/office/drawing/2014/main" id="{E8A198AA-94F8-DC24-2679-21728BBB6F8C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[40]</a:t>
                </a:r>
              </a:p>
            </p:txBody>
          </p:sp>
        </p:grpSp>
        <p:grpSp>
          <p:nvGrpSpPr>
            <p:cNvPr id="1042" name="Agrupar 1041">
              <a:extLst>
                <a:ext uri="{FF2B5EF4-FFF2-40B4-BE49-F238E27FC236}">
                  <a16:creationId xmlns:a16="http://schemas.microsoft.com/office/drawing/2014/main" id="{88E5E455-3020-2CCC-C67C-2549122C5890}"/>
                </a:ext>
              </a:extLst>
            </p:cNvPr>
            <p:cNvGrpSpPr/>
            <p:nvPr/>
          </p:nvGrpSpPr>
          <p:grpSpPr>
            <a:xfrm>
              <a:off x="7289238" y="2971678"/>
              <a:ext cx="4416114" cy="307777"/>
              <a:chOff x="7289572" y="2889564"/>
              <a:chExt cx="4416114" cy="307777"/>
            </a:xfrm>
          </p:grpSpPr>
          <p:sp>
            <p:nvSpPr>
              <p:cNvPr id="1043" name="CaixaDeTexto 1042">
                <a:extLst>
                  <a:ext uri="{FF2B5EF4-FFF2-40B4-BE49-F238E27FC236}">
                    <a16:creationId xmlns:a16="http://schemas.microsoft.com/office/drawing/2014/main" id="{436A817C-9631-FA8C-D859-B6E7B5414C4B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[41]</a:t>
                </a:r>
              </a:p>
            </p:txBody>
          </p:sp>
          <p:sp>
            <p:nvSpPr>
              <p:cNvPr id="1044" name="CaixaDeTexto 1043">
                <a:extLst>
                  <a:ext uri="{FF2B5EF4-FFF2-40B4-BE49-F238E27FC236}">
                    <a16:creationId xmlns:a16="http://schemas.microsoft.com/office/drawing/2014/main" id="{92E0DA4A-136D-D076-C97C-E440E5FCCEBB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[42]</a:t>
                </a:r>
              </a:p>
            </p:txBody>
          </p:sp>
          <p:sp>
            <p:nvSpPr>
              <p:cNvPr id="1045" name="CaixaDeTexto 1044">
                <a:extLst>
                  <a:ext uri="{FF2B5EF4-FFF2-40B4-BE49-F238E27FC236}">
                    <a16:creationId xmlns:a16="http://schemas.microsoft.com/office/drawing/2014/main" id="{2F1E2880-6E1A-61EB-5F2C-7E4412131428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[43]</a:t>
                </a:r>
              </a:p>
            </p:txBody>
          </p:sp>
          <p:sp>
            <p:nvSpPr>
              <p:cNvPr id="1046" name="CaixaDeTexto 1045">
                <a:extLst>
                  <a:ext uri="{FF2B5EF4-FFF2-40B4-BE49-F238E27FC236}">
                    <a16:creationId xmlns:a16="http://schemas.microsoft.com/office/drawing/2014/main" id="{707536B8-545F-CFD9-AE5C-D18ADFB990E4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[44]</a:t>
                </a:r>
              </a:p>
            </p:txBody>
          </p:sp>
          <p:sp>
            <p:nvSpPr>
              <p:cNvPr id="1047" name="CaixaDeTexto 1046">
                <a:extLst>
                  <a:ext uri="{FF2B5EF4-FFF2-40B4-BE49-F238E27FC236}">
                    <a16:creationId xmlns:a16="http://schemas.microsoft.com/office/drawing/2014/main" id="{BEF18AF9-B13C-7BF9-298A-77890A71811E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[45]</a:t>
                </a:r>
              </a:p>
            </p:txBody>
          </p:sp>
          <p:sp>
            <p:nvSpPr>
              <p:cNvPr id="1048" name="CaixaDeTexto 1047">
                <a:extLst>
                  <a:ext uri="{FF2B5EF4-FFF2-40B4-BE49-F238E27FC236}">
                    <a16:creationId xmlns:a16="http://schemas.microsoft.com/office/drawing/2014/main" id="{91097B2F-2B6D-A113-C913-0EF3976E04A4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[46]</a:t>
                </a:r>
              </a:p>
            </p:txBody>
          </p:sp>
          <p:sp>
            <p:nvSpPr>
              <p:cNvPr id="1049" name="CaixaDeTexto 1048">
                <a:extLst>
                  <a:ext uri="{FF2B5EF4-FFF2-40B4-BE49-F238E27FC236}">
                    <a16:creationId xmlns:a16="http://schemas.microsoft.com/office/drawing/2014/main" id="{719BBE43-CF9B-A96D-84FE-BB2B2A1C8B53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[47]</a:t>
                </a:r>
              </a:p>
            </p:txBody>
          </p:sp>
          <p:sp>
            <p:nvSpPr>
              <p:cNvPr id="1050" name="CaixaDeTexto 1049">
                <a:extLst>
                  <a:ext uri="{FF2B5EF4-FFF2-40B4-BE49-F238E27FC236}">
                    <a16:creationId xmlns:a16="http://schemas.microsoft.com/office/drawing/2014/main" id="{7DCB9DE2-DC8D-748E-9398-9E7B5C122951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[48]</a:t>
                </a:r>
              </a:p>
            </p:txBody>
          </p:sp>
          <p:sp>
            <p:nvSpPr>
              <p:cNvPr id="1051" name="CaixaDeTexto 1050">
                <a:extLst>
                  <a:ext uri="{FF2B5EF4-FFF2-40B4-BE49-F238E27FC236}">
                    <a16:creationId xmlns:a16="http://schemas.microsoft.com/office/drawing/2014/main" id="{92B21755-E94D-F6E9-4205-CCA13FD85CE6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[49]</a:t>
                </a:r>
              </a:p>
            </p:txBody>
          </p:sp>
          <p:sp>
            <p:nvSpPr>
              <p:cNvPr id="1052" name="CaixaDeTexto 1051">
                <a:extLst>
                  <a:ext uri="{FF2B5EF4-FFF2-40B4-BE49-F238E27FC236}">
                    <a16:creationId xmlns:a16="http://schemas.microsoft.com/office/drawing/2014/main" id="{23670F8F-E7D5-5404-64F4-64E6A04DCA2B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[50]</a:t>
                </a:r>
              </a:p>
            </p:txBody>
          </p:sp>
        </p:grpSp>
        <p:grpSp>
          <p:nvGrpSpPr>
            <p:cNvPr id="1053" name="Agrupar 1052">
              <a:extLst>
                <a:ext uri="{FF2B5EF4-FFF2-40B4-BE49-F238E27FC236}">
                  <a16:creationId xmlns:a16="http://schemas.microsoft.com/office/drawing/2014/main" id="{6FC0C708-D025-DFA7-A506-9A04FDF13450}"/>
                </a:ext>
              </a:extLst>
            </p:cNvPr>
            <p:cNvGrpSpPr/>
            <p:nvPr/>
          </p:nvGrpSpPr>
          <p:grpSpPr>
            <a:xfrm>
              <a:off x="7288883" y="3216624"/>
              <a:ext cx="4416114" cy="307777"/>
              <a:chOff x="7289572" y="2889564"/>
              <a:chExt cx="4416114" cy="307777"/>
            </a:xfrm>
          </p:grpSpPr>
          <p:sp>
            <p:nvSpPr>
              <p:cNvPr id="1054" name="CaixaDeTexto 1053">
                <a:extLst>
                  <a:ext uri="{FF2B5EF4-FFF2-40B4-BE49-F238E27FC236}">
                    <a16:creationId xmlns:a16="http://schemas.microsoft.com/office/drawing/2014/main" id="{58448EEB-5BC2-7162-FF84-1E38890236FA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[51]</a:t>
                </a:r>
              </a:p>
            </p:txBody>
          </p:sp>
          <p:sp>
            <p:nvSpPr>
              <p:cNvPr id="1055" name="CaixaDeTexto 1054">
                <a:extLst>
                  <a:ext uri="{FF2B5EF4-FFF2-40B4-BE49-F238E27FC236}">
                    <a16:creationId xmlns:a16="http://schemas.microsoft.com/office/drawing/2014/main" id="{E42324F0-BBFA-75A7-8135-C40C373794B1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[52]</a:t>
                </a:r>
              </a:p>
            </p:txBody>
          </p:sp>
          <p:sp>
            <p:nvSpPr>
              <p:cNvPr id="1056" name="CaixaDeTexto 1055">
                <a:extLst>
                  <a:ext uri="{FF2B5EF4-FFF2-40B4-BE49-F238E27FC236}">
                    <a16:creationId xmlns:a16="http://schemas.microsoft.com/office/drawing/2014/main" id="{C97E2250-E826-EF3C-E1D8-6627327C5126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[53]</a:t>
                </a:r>
              </a:p>
            </p:txBody>
          </p:sp>
          <p:sp>
            <p:nvSpPr>
              <p:cNvPr id="1057" name="CaixaDeTexto 1056">
                <a:extLst>
                  <a:ext uri="{FF2B5EF4-FFF2-40B4-BE49-F238E27FC236}">
                    <a16:creationId xmlns:a16="http://schemas.microsoft.com/office/drawing/2014/main" id="{0505AD2C-D6A4-893D-53F6-21793F9DB2C3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[54]</a:t>
                </a:r>
              </a:p>
            </p:txBody>
          </p:sp>
          <p:sp>
            <p:nvSpPr>
              <p:cNvPr id="1058" name="CaixaDeTexto 1057">
                <a:extLst>
                  <a:ext uri="{FF2B5EF4-FFF2-40B4-BE49-F238E27FC236}">
                    <a16:creationId xmlns:a16="http://schemas.microsoft.com/office/drawing/2014/main" id="{8259A32D-8155-6B60-0B47-A3628F2E0D9C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[55]</a:t>
                </a:r>
              </a:p>
            </p:txBody>
          </p:sp>
          <p:sp>
            <p:nvSpPr>
              <p:cNvPr id="1059" name="CaixaDeTexto 1058">
                <a:extLst>
                  <a:ext uri="{FF2B5EF4-FFF2-40B4-BE49-F238E27FC236}">
                    <a16:creationId xmlns:a16="http://schemas.microsoft.com/office/drawing/2014/main" id="{9D64147C-C394-5EA7-6EAB-2C8F9C109447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[56]</a:t>
                </a:r>
              </a:p>
            </p:txBody>
          </p:sp>
          <p:sp>
            <p:nvSpPr>
              <p:cNvPr id="1060" name="CaixaDeTexto 1059">
                <a:extLst>
                  <a:ext uri="{FF2B5EF4-FFF2-40B4-BE49-F238E27FC236}">
                    <a16:creationId xmlns:a16="http://schemas.microsoft.com/office/drawing/2014/main" id="{47FF555C-34B0-231B-6266-A1FCAA1A3384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[57]</a:t>
                </a:r>
              </a:p>
            </p:txBody>
          </p:sp>
          <p:sp>
            <p:nvSpPr>
              <p:cNvPr id="1061" name="CaixaDeTexto 1060">
                <a:extLst>
                  <a:ext uri="{FF2B5EF4-FFF2-40B4-BE49-F238E27FC236}">
                    <a16:creationId xmlns:a16="http://schemas.microsoft.com/office/drawing/2014/main" id="{282137D5-8E11-D0C7-8792-5097B636F828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[58]</a:t>
                </a:r>
              </a:p>
            </p:txBody>
          </p:sp>
          <p:sp>
            <p:nvSpPr>
              <p:cNvPr id="1062" name="CaixaDeTexto 1061">
                <a:extLst>
                  <a:ext uri="{FF2B5EF4-FFF2-40B4-BE49-F238E27FC236}">
                    <a16:creationId xmlns:a16="http://schemas.microsoft.com/office/drawing/2014/main" id="{6E70CFD1-E8E5-17AB-A1B6-FC5332FA457A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[59]</a:t>
                </a:r>
              </a:p>
            </p:txBody>
          </p:sp>
          <p:sp>
            <p:nvSpPr>
              <p:cNvPr id="1063" name="CaixaDeTexto 1062">
                <a:extLst>
                  <a:ext uri="{FF2B5EF4-FFF2-40B4-BE49-F238E27FC236}">
                    <a16:creationId xmlns:a16="http://schemas.microsoft.com/office/drawing/2014/main" id="{15409DD7-24E8-77CF-1780-9FF5D25DCE59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[60]</a:t>
                </a:r>
              </a:p>
            </p:txBody>
          </p:sp>
        </p:grpSp>
        <p:sp>
          <p:nvSpPr>
            <p:cNvPr id="1064" name="CaixaDeTexto 1063">
              <a:extLst>
                <a:ext uri="{FF2B5EF4-FFF2-40B4-BE49-F238E27FC236}">
                  <a16:creationId xmlns:a16="http://schemas.microsoft.com/office/drawing/2014/main" id="{86E0B201-9825-A2D7-965D-D3B778EC783B}"/>
                </a:ext>
              </a:extLst>
            </p:cNvPr>
            <p:cNvSpPr txBox="1"/>
            <p:nvPr/>
          </p:nvSpPr>
          <p:spPr>
            <a:xfrm>
              <a:off x="11210319" y="345751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</a:t>
              </a:r>
              <a:r>
                <a:rPr lang="pt-BR" sz="1400" dirty="0">
                  <a:solidFill>
                    <a:srgbClr val="FFFB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</a:p>
          </p:txBody>
        </p:sp>
        <p:sp>
          <p:nvSpPr>
            <p:cNvPr id="1065" name="CaixaDeTexto 1064">
              <a:extLst>
                <a:ext uri="{FF2B5EF4-FFF2-40B4-BE49-F238E27FC236}">
                  <a16:creationId xmlns:a16="http://schemas.microsoft.com/office/drawing/2014/main" id="{65494445-CBB1-1AD0-6786-DC6D1B43D719}"/>
                </a:ext>
              </a:extLst>
            </p:cNvPr>
            <p:cNvSpPr txBox="1"/>
            <p:nvPr/>
          </p:nvSpPr>
          <p:spPr>
            <a:xfrm>
              <a:off x="7299482" y="3528388"/>
              <a:ext cx="34188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anular esse jogo, marque ao lado:</a:t>
              </a:r>
            </a:p>
          </p:txBody>
        </p:sp>
        <p:sp>
          <p:nvSpPr>
            <p:cNvPr id="1066" name="CaixaDeTexto 1065">
              <a:extLst>
                <a:ext uri="{FF2B5EF4-FFF2-40B4-BE49-F238E27FC236}">
                  <a16:creationId xmlns:a16="http://schemas.microsoft.com/office/drawing/2014/main" id="{B2300812-C2B3-C8AF-4023-8F2A07EDE382}"/>
                </a:ext>
              </a:extLst>
            </p:cNvPr>
            <p:cNvSpPr txBox="1"/>
            <p:nvPr/>
          </p:nvSpPr>
          <p:spPr>
            <a:xfrm>
              <a:off x="7186630" y="1396767"/>
              <a:ext cx="46206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dirty="0">
                  <a:solidFill>
                    <a:srgbClr val="2E837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VOCÊ PODE JOGAR MARCANDO EM UM OU NOS DOIS QUADROS ABAIXO.</a:t>
              </a:r>
            </a:p>
          </p:txBody>
        </p:sp>
        <p:sp>
          <p:nvSpPr>
            <p:cNvPr id="1067" name="Retângulo 1066">
              <a:extLst>
                <a:ext uri="{FF2B5EF4-FFF2-40B4-BE49-F238E27FC236}">
                  <a16:creationId xmlns:a16="http://schemas.microsoft.com/office/drawing/2014/main" id="{F00C0BF0-DD9A-C7FF-A1F0-0B283A2128F7}"/>
                </a:ext>
              </a:extLst>
            </p:cNvPr>
            <p:cNvSpPr/>
            <p:nvPr/>
          </p:nvSpPr>
          <p:spPr>
            <a:xfrm>
              <a:off x="7797494" y="1822424"/>
              <a:ext cx="324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8" name="Retângulo 1067">
              <a:extLst>
                <a:ext uri="{FF2B5EF4-FFF2-40B4-BE49-F238E27FC236}">
                  <a16:creationId xmlns:a16="http://schemas.microsoft.com/office/drawing/2014/main" id="{6DD6E592-8A46-9517-4786-2AB3DA273999}"/>
                </a:ext>
              </a:extLst>
            </p:cNvPr>
            <p:cNvSpPr/>
            <p:nvPr/>
          </p:nvSpPr>
          <p:spPr>
            <a:xfrm>
              <a:off x="8693615" y="1822424"/>
              <a:ext cx="324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9" name="Retângulo 1068">
              <a:extLst>
                <a:ext uri="{FF2B5EF4-FFF2-40B4-BE49-F238E27FC236}">
                  <a16:creationId xmlns:a16="http://schemas.microsoft.com/office/drawing/2014/main" id="{AE307C46-72F2-47BB-969E-197A42E3E79E}"/>
                </a:ext>
              </a:extLst>
            </p:cNvPr>
            <p:cNvSpPr/>
            <p:nvPr/>
          </p:nvSpPr>
          <p:spPr>
            <a:xfrm>
              <a:off x="7374044" y="1822424"/>
              <a:ext cx="324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0" name="Retângulo 1069">
              <a:extLst>
                <a:ext uri="{FF2B5EF4-FFF2-40B4-BE49-F238E27FC236}">
                  <a16:creationId xmlns:a16="http://schemas.microsoft.com/office/drawing/2014/main" id="{5603AF35-E818-E5A4-840C-C7F3E7199739}"/>
                </a:ext>
              </a:extLst>
            </p:cNvPr>
            <p:cNvSpPr/>
            <p:nvPr/>
          </p:nvSpPr>
          <p:spPr>
            <a:xfrm>
              <a:off x="6939977" y="1822424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1" name="Retângulo 1070">
              <a:extLst>
                <a:ext uri="{FF2B5EF4-FFF2-40B4-BE49-F238E27FC236}">
                  <a16:creationId xmlns:a16="http://schemas.microsoft.com/office/drawing/2014/main" id="{98F378DE-B302-6861-023F-181F31C08FAE}"/>
                </a:ext>
              </a:extLst>
            </p:cNvPr>
            <p:cNvSpPr/>
            <p:nvPr/>
          </p:nvSpPr>
          <p:spPr>
            <a:xfrm>
              <a:off x="6939977" y="208311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2" name="Retângulo 1071">
              <a:extLst>
                <a:ext uri="{FF2B5EF4-FFF2-40B4-BE49-F238E27FC236}">
                  <a16:creationId xmlns:a16="http://schemas.microsoft.com/office/drawing/2014/main" id="{75B5F74D-0F36-0BC3-3194-D8B9D42A2593}"/>
                </a:ext>
              </a:extLst>
            </p:cNvPr>
            <p:cNvSpPr/>
            <p:nvPr/>
          </p:nvSpPr>
          <p:spPr>
            <a:xfrm>
              <a:off x="6939977" y="233679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3" name="Retângulo 1072">
              <a:extLst>
                <a:ext uri="{FF2B5EF4-FFF2-40B4-BE49-F238E27FC236}">
                  <a16:creationId xmlns:a16="http://schemas.microsoft.com/office/drawing/2014/main" id="{A6AC8D0A-7D7C-C0B6-4E11-39A2ABA7FD99}"/>
                </a:ext>
              </a:extLst>
            </p:cNvPr>
            <p:cNvSpPr/>
            <p:nvPr/>
          </p:nvSpPr>
          <p:spPr>
            <a:xfrm>
              <a:off x="6939977" y="259047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4" name="Retângulo 1073">
              <a:extLst>
                <a:ext uri="{FF2B5EF4-FFF2-40B4-BE49-F238E27FC236}">
                  <a16:creationId xmlns:a16="http://schemas.microsoft.com/office/drawing/2014/main" id="{E212ADE0-69FC-B7F5-8FED-C70652B228AE}"/>
                </a:ext>
              </a:extLst>
            </p:cNvPr>
            <p:cNvSpPr/>
            <p:nvPr/>
          </p:nvSpPr>
          <p:spPr>
            <a:xfrm>
              <a:off x="6939977" y="284415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5" name="Retângulo 1074">
              <a:extLst>
                <a:ext uri="{FF2B5EF4-FFF2-40B4-BE49-F238E27FC236}">
                  <a16:creationId xmlns:a16="http://schemas.microsoft.com/office/drawing/2014/main" id="{AEB8AB70-8832-DB9B-F6BE-C5D277D962B8}"/>
                </a:ext>
              </a:extLst>
            </p:cNvPr>
            <p:cNvSpPr/>
            <p:nvPr/>
          </p:nvSpPr>
          <p:spPr>
            <a:xfrm>
              <a:off x="6939977" y="309783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6" name="Retângulo 1075">
              <a:extLst>
                <a:ext uri="{FF2B5EF4-FFF2-40B4-BE49-F238E27FC236}">
                  <a16:creationId xmlns:a16="http://schemas.microsoft.com/office/drawing/2014/main" id="{2E49858C-F8E4-DE05-825F-376F53EA51C8}"/>
                </a:ext>
              </a:extLst>
            </p:cNvPr>
            <p:cNvSpPr/>
            <p:nvPr/>
          </p:nvSpPr>
          <p:spPr>
            <a:xfrm>
              <a:off x="6939977" y="335151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7" name="Retângulo 1076">
              <a:extLst>
                <a:ext uri="{FF2B5EF4-FFF2-40B4-BE49-F238E27FC236}">
                  <a16:creationId xmlns:a16="http://schemas.microsoft.com/office/drawing/2014/main" id="{29693A21-71CE-CB61-702B-13A3BBB29F43}"/>
                </a:ext>
              </a:extLst>
            </p:cNvPr>
            <p:cNvSpPr/>
            <p:nvPr/>
          </p:nvSpPr>
          <p:spPr>
            <a:xfrm>
              <a:off x="6939977" y="3605193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8" name="Retângulo 1077">
              <a:extLst>
                <a:ext uri="{FF2B5EF4-FFF2-40B4-BE49-F238E27FC236}">
                  <a16:creationId xmlns:a16="http://schemas.microsoft.com/office/drawing/2014/main" id="{F06BB71E-4418-4950-0067-F0BA5658F603}"/>
                </a:ext>
              </a:extLst>
            </p:cNvPr>
            <p:cNvSpPr/>
            <p:nvPr/>
          </p:nvSpPr>
          <p:spPr>
            <a:xfrm>
              <a:off x="7198996" y="4064122"/>
              <a:ext cx="4608254" cy="1836000"/>
            </a:xfrm>
            <a:prstGeom prst="rect">
              <a:avLst/>
            </a:prstGeom>
            <a:solidFill>
              <a:srgbClr val="FFFB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079" name="Agrupar 1078">
              <a:extLst>
                <a:ext uri="{FF2B5EF4-FFF2-40B4-BE49-F238E27FC236}">
                  <a16:creationId xmlns:a16="http://schemas.microsoft.com/office/drawing/2014/main" id="{4AB5588D-A8DE-B20B-7DD9-C3C4E457350E}"/>
                </a:ext>
              </a:extLst>
            </p:cNvPr>
            <p:cNvGrpSpPr/>
            <p:nvPr/>
          </p:nvGrpSpPr>
          <p:grpSpPr>
            <a:xfrm>
              <a:off x="7289238" y="4084610"/>
              <a:ext cx="4416114" cy="307777"/>
              <a:chOff x="7289572" y="2889564"/>
              <a:chExt cx="4416114" cy="307777"/>
            </a:xfrm>
          </p:grpSpPr>
          <p:sp>
            <p:nvSpPr>
              <p:cNvPr id="1080" name="CaixaDeTexto 1079">
                <a:extLst>
                  <a:ext uri="{FF2B5EF4-FFF2-40B4-BE49-F238E27FC236}">
                    <a16:creationId xmlns:a16="http://schemas.microsoft.com/office/drawing/2014/main" id="{737F3DD1-C13B-6DCB-E3A6-E1CD7DC66FCF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[01]</a:t>
                </a:r>
              </a:p>
            </p:txBody>
          </p:sp>
          <p:sp>
            <p:nvSpPr>
              <p:cNvPr id="1081" name="CaixaDeTexto 1080">
                <a:extLst>
                  <a:ext uri="{FF2B5EF4-FFF2-40B4-BE49-F238E27FC236}">
                    <a16:creationId xmlns:a16="http://schemas.microsoft.com/office/drawing/2014/main" id="{168C4153-1856-2DD9-C55A-8003DFF24172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[02]</a:t>
                </a:r>
              </a:p>
            </p:txBody>
          </p:sp>
          <p:sp>
            <p:nvSpPr>
              <p:cNvPr id="1082" name="CaixaDeTexto 1081">
                <a:extLst>
                  <a:ext uri="{FF2B5EF4-FFF2-40B4-BE49-F238E27FC236}">
                    <a16:creationId xmlns:a16="http://schemas.microsoft.com/office/drawing/2014/main" id="{918B3E1F-8077-EBC0-C3F2-7828B1AB61B1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[03]</a:t>
                </a:r>
              </a:p>
            </p:txBody>
          </p:sp>
          <p:sp>
            <p:nvSpPr>
              <p:cNvPr id="1083" name="CaixaDeTexto 1082">
                <a:extLst>
                  <a:ext uri="{FF2B5EF4-FFF2-40B4-BE49-F238E27FC236}">
                    <a16:creationId xmlns:a16="http://schemas.microsoft.com/office/drawing/2014/main" id="{1C1E1F05-3F39-FE7A-7499-D557F0110218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[04]</a:t>
                </a:r>
              </a:p>
            </p:txBody>
          </p:sp>
          <p:sp>
            <p:nvSpPr>
              <p:cNvPr id="1084" name="CaixaDeTexto 1083">
                <a:extLst>
                  <a:ext uri="{FF2B5EF4-FFF2-40B4-BE49-F238E27FC236}">
                    <a16:creationId xmlns:a16="http://schemas.microsoft.com/office/drawing/2014/main" id="{65744E0A-7FE0-846B-6F31-DECFC769D5D9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[05]</a:t>
                </a:r>
              </a:p>
            </p:txBody>
          </p:sp>
          <p:sp>
            <p:nvSpPr>
              <p:cNvPr id="1085" name="CaixaDeTexto 1084">
                <a:extLst>
                  <a:ext uri="{FF2B5EF4-FFF2-40B4-BE49-F238E27FC236}">
                    <a16:creationId xmlns:a16="http://schemas.microsoft.com/office/drawing/2014/main" id="{432FFF25-91D7-FA25-9A88-A4557620380D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[06]</a:t>
                </a:r>
              </a:p>
            </p:txBody>
          </p:sp>
          <p:sp>
            <p:nvSpPr>
              <p:cNvPr id="1086" name="CaixaDeTexto 1085">
                <a:extLst>
                  <a:ext uri="{FF2B5EF4-FFF2-40B4-BE49-F238E27FC236}">
                    <a16:creationId xmlns:a16="http://schemas.microsoft.com/office/drawing/2014/main" id="{FDEA12B9-61D0-5278-D60A-2FD10AA793BD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[07]</a:t>
                </a:r>
              </a:p>
            </p:txBody>
          </p:sp>
          <p:sp>
            <p:nvSpPr>
              <p:cNvPr id="1087" name="CaixaDeTexto 1086">
                <a:extLst>
                  <a:ext uri="{FF2B5EF4-FFF2-40B4-BE49-F238E27FC236}">
                    <a16:creationId xmlns:a16="http://schemas.microsoft.com/office/drawing/2014/main" id="{9D658505-C862-495A-F3BB-9E6C93CB5FFF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[08]</a:t>
                </a:r>
              </a:p>
            </p:txBody>
          </p:sp>
          <p:sp>
            <p:nvSpPr>
              <p:cNvPr id="1088" name="CaixaDeTexto 1087">
                <a:extLst>
                  <a:ext uri="{FF2B5EF4-FFF2-40B4-BE49-F238E27FC236}">
                    <a16:creationId xmlns:a16="http://schemas.microsoft.com/office/drawing/2014/main" id="{22B05186-9007-CDCD-44B5-FAAC5BB2DFCD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[09]</a:t>
                </a:r>
              </a:p>
            </p:txBody>
          </p:sp>
          <p:sp>
            <p:nvSpPr>
              <p:cNvPr id="1089" name="CaixaDeTexto 1088">
                <a:extLst>
                  <a:ext uri="{FF2B5EF4-FFF2-40B4-BE49-F238E27FC236}">
                    <a16:creationId xmlns:a16="http://schemas.microsoft.com/office/drawing/2014/main" id="{E35B0CF7-7773-EDCA-CAA5-C5E63A91CDF8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[10]</a:t>
                </a:r>
              </a:p>
            </p:txBody>
          </p:sp>
        </p:grpSp>
        <p:grpSp>
          <p:nvGrpSpPr>
            <p:cNvPr id="1090" name="Agrupar 1089">
              <a:extLst>
                <a:ext uri="{FF2B5EF4-FFF2-40B4-BE49-F238E27FC236}">
                  <a16:creationId xmlns:a16="http://schemas.microsoft.com/office/drawing/2014/main" id="{1DCD990F-22C2-4FDD-9E63-F410FCB8379D}"/>
                </a:ext>
              </a:extLst>
            </p:cNvPr>
            <p:cNvGrpSpPr/>
            <p:nvPr/>
          </p:nvGrpSpPr>
          <p:grpSpPr>
            <a:xfrm>
              <a:off x="7289238" y="4329557"/>
              <a:ext cx="4416114" cy="307777"/>
              <a:chOff x="7289572" y="2889564"/>
              <a:chExt cx="4416114" cy="307777"/>
            </a:xfrm>
          </p:grpSpPr>
          <p:sp>
            <p:nvSpPr>
              <p:cNvPr id="1091" name="CaixaDeTexto 1090">
                <a:extLst>
                  <a:ext uri="{FF2B5EF4-FFF2-40B4-BE49-F238E27FC236}">
                    <a16:creationId xmlns:a16="http://schemas.microsoft.com/office/drawing/2014/main" id="{AAC72332-54CB-7081-4426-451731427D3B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[11]</a:t>
                </a:r>
              </a:p>
            </p:txBody>
          </p:sp>
          <p:sp>
            <p:nvSpPr>
              <p:cNvPr id="1092" name="CaixaDeTexto 1091">
                <a:extLst>
                  <a:ext uri="{FF2B5EF4-FFF2-40B4-BE49-F238E27FC236}">
                    <a16:creationId xmlns:a16="http://schemas.microsoft.com/office/drawing/2014/main" id="{B9D941AA-1399-5B47-402E-2FAE5CE5D10B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[12]</a:t>
                </a:r>
              </a:p>
            </p:txBody>
          </p:sp>
          <p:sp>
            <p:nvSpPr>
              <p:cNvPr id="1093" name="CaixaDeTexto 1092">
                <a:extLst>
                  <a:ext uri="{FF2B5EF4-FFF2-40B4-BE49-F238E27FC236}">
                    <a16:creationId xmlns:a16="http://schemas.microsoft.com/office/drawing/2014/main" id="{6E62CB27-36F7-BC19-01E2-F19D05989A77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[13]</a:t>
                </a:r>
              </a:p>
            </p:txBody>
          </p:sp>
          <p:sp>
            <p:nvSpPr>
              <p:cNvPr id="1094" name="CaixaDeTexto 1093">
                <a:extLst>
                  <a:ext uri="{FF2B5EF4-FFF2-40B4-BE49-F238E27FC236}">
                    <a16:creationId xmlns:a16="http://schemas.microsoft.com/office/drawing/2014/main" id="{885916D4-C264-60E9-4EA6-87C0B51071B2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[14]</a:t>
                </a:r>
              </a:p>
            </p:txBody>
          </p:sp>
          <p:sp>
            <p:nvSpPr>
              <p:cNvPr id="1095" name="CaixaDeTexto 1094">
                <a:extLst>
                  <a:ext uri="{FF2B5EF4-FFF2-40B4-BE49-F238E27FC236}">
                    <a16:creationId xmlns:a16="http://schemas.microsoft.com/office/drawing/2014/main" id="{CF0D0C6B-1338-A3E4-B2D7-08F2C6498B1A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[15]</a:t>
                </a:r>
              </a:p>
            </p:txBody>
          </p:sp>
          <p:sp>
            <p:nvSpPr>
              <p:cNvPr id="1096" name="CaixaDeTexto 1095">
                <a:extLst>
                  <a:ext uri="{FF2B5EF4-FFF2-40B4-BE49-F238E27FC236}">
                    <a16:creationId xmlns:a16="http://schemas.microsoft.com/office/drawing/2014/main" id="{62625839-5E90-2B1A-6298-5C08AA7E3F55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[16]</a:t>
                </a:r>
              </a:p>
            </p:txBody>
          </p:sp>
          <p:sp>
            <p:nvSpPr>
              <p:cNvPr id="1097" name="CaixaDeTexto 1096">
                <a:extLst>
                  <a:ext uri="{FF2B5EF4-FFF2-40B4-BE49-F238E27FC236}">
                    <a16:creationId xmlns:a16="http://schemas.microsoft.com/office/drawing/2014/main" id="{F746B997-64C4-D7FF-D171-D0B7A3653A22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[17]</a:t>
                </a:r>
              </a:p>
            </p:txBody>
          </p:sp>
          <p:sp>
            <p:nvSpPr>
              <p:cNvPr id="1098" name="CaixaDeTexto 1097">
                <a:extLst>
                  <a:ext uri="{FF2B5EF4-FFF2-40B4-BE49-F238E27FC236}">
                    <a16:creationId xmlns:a16="http://schemas.microsoft.com/office/drawing/2014/main" id="{7F27F219-098D-E6E7-6C59-7C8F38BEE47F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[18]</a:t>
                </a:r>
              </a:p>
            </p:txBody>
          </p:sp>
          <p:sp>
            <p:nvSpPr>
              <p:cNvPr id="1099" name="CaixaDeTexto 1098">
                <a:extLst>
                  <a:ext uri="{FF2B5EF4-FFF2-40B4-BE49-F238E27FC236}">
                    <a16:creationId xmlns:a16="http://schemas.microsoft.com/office/drawing/2014/main" id="{4054E847-F2C1-7A17-08FC-2BF7B837DE75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[19]</a:t>
                </a:r>
              </a:p>
            </p:txBody>
          </p:sp>
          <p:sp>
            <p:nvSpPr>
              <p:cNvPr id="1100" name="CaixaDeTexto 1099">
                <a:extLst>
                  <a:ext uri="{FF2B5EF4-FFF2-40B4-BE49-F238E27FC236}">
                    <a16:creationId xmlns:a16="http://schemas.microsoft.com/office/drawing/2014/main" id="{40514603-F595-E3C4-A357-C49FF92D7644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[20]</a:t>
                </a:r>
              </a:p>
            </p:txBody>
          </p:sp>
        </p:grpSp>
        <p:grpSp>
          <p:nvGrpSpPr>
            <p:cNvPr id="1101" name="Agrupar 1100">
              <a:extLst>
                <a:ext uri="{FF2B5EF4-FFF2-40B4-BE49-F238E27FC236}">
                  <a16:creationId xmlns:a16="http://schemas.microsoft.com/office/drawing/2014/main" id="{4AF73BB8-FE73-8C32-61A7-79CE7398F862}"/>
                </a:ext>
              </a:extLst>
            </p:cNvPr>
            <p:cNvGrpSpPr/>
            <p:nvPr/>
          </p:nvGrpSpPr>
          <p:grpSpPr>
            <a:xfrm>
              <a:off x="7289238" y="4574504"/>
              <a:ext cx="4416114" cy="307777"/>
              <a:chOff x="7289572" y="2889564"/>
              <a:chExt cx="4416114" cy="307777"/>
            </a:xfrm>
          </p:grpSpPr>
          <p:sp>
            <p:nvSpPr>
              <p:cNvPr id="1102" name="CaixaDeTexto 1101">
                <a:extLst>
                  <a:ext uri="{FF2B5EF4-FFF2-40B4-BE49-F238E27FC236}">
                    <a16:creationId xmlns:a16="http://schemas.microsoft.com/office/drawing/2014/main" id="{0A1ACC7D-37B0-6739-9626-B62C226797B7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[21]</a:t>
                </a:r>
              </a:p>
            </p:txBody>
          </p:sp>
          <p:sp>
            <p:nvSpPr>
              <p:cNvPr id="1103" name="CaixaDeTexto 1102">
                <a:extLst>
                  <a:ext uri="{FF2B5EF4-FFF2-40B4-BE49-F238E27FC236}">
                    <a16:creationId xmlns:a16="http://schemas.microsoft.com/office/drawing/2014/main" id="{8DF74675-7F67-52A1-3C66-853F92B62347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[22]</a:t>
                </a:r>
              </a:p>
            </p:txBody>
          </p:sp>
          <p:sp>
            <p:nvSpPr>
              <p:cNvPr id="1104" name="CaixaDeTexto 1103">
                <a:extLst>
                  <a:ext uri="{FF2B5EF4-FFF2-40B4-BE49-F238E27FC236}">
                    <a16:creationId xmlns:a16="http://schemas.microsoft.com/office/drawing/2014/main" id="{4B52290A-1F1D-427F-E01F-9EBF4178BB9D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[23]</a:t>
                </a:r>
              </a:p>
            </p:txBody>
          </p:sp>
          <p:sp>
            <p:nvSpPr>
              <p:cNvPr id="1105" name="CaixaDeTexto 1104">
                <a:extLst>
                  <a:ext uri="{FF2B5EF4-FFF2-40B4-BE49-F238E27FC236}">
                    <a16:creationId xmlns:a16="http://schemas.microsoft.com/office/drawing/2014/main" id="{94A31776-CBCF-B78F-206B-101571A5C8A5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[24]</a:t>
                </a:r>
              </a:p>
            </p:txBody>
          </p:sp>
          <p:sp>
            <p:nvSpPr>
              <p:cNvPr id="1106" name="CaixaDeTexto 1105">
                <a:extLst>
                  <a:ext uri="{FF2B5EF4-FFF2-40B4-BE49-F238E27FC236}">
                    <a16:creationId xmlns:a16="http://schemas.microsoft.com/office/drawing/2014/main" id="{D1F5034C-7547-8895-8136-B7EFBC73E50F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[25]</a:t>
                </a:r>
              </a:p>
            </p:txBody>
          </p:sp>
          <p:sp>
            <p:nvSpPr>
              <p:cNvPr id="1107" name="CaixaDeTexto 1106">
                <a:extLst>
                  <a:ext uri="{FF2B5EF4-FFF2-40B4-BE49-F238E27FC236}">
                    <a16:creationId xmlns:a16="http://schemas.microsoft.com/office/drawing/2014/main" id="{E7EAF97F-EBDA-1D14-5968-B1E24C234268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[26]</a:t>
                </a:r>
              </a:p>
            </p:txBody>
          </p:sp>
          <p:sp>
            <p:nvSpPr>
              <p:cNvPr id="1108" name="CaixaDeTexto 1107">
                <a:extLst>
                  <a:ext uri="{FF2B5EF4-FFF2-40B4-BE49-F238E27FC236}">
                    <a16:creationId xmlns:a16="http://schemas.microsoft.com/office/drawing/2014/main" id="{7D23E815-3C87-78F3-34DA-FDE0642E1D42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[27]</a:t>
                </a:r>
              </a:p>
            </p:txBody>
          </p:sp>
          <p:sp>
            <p:nvSpPr>
              <p:cNvPr id="1109" name="CaixaDeTexto 1108">
                <a:extLst>
                  <a:ext uri="{FF2B5EF4-FFF2-40B4-BE49-F238E27FC236}">
                    <a16:creationId xmlns:a16="http://schemas.microsoft.com/office/drawing/2014/main" id="{887F4E97-0697-F863-9AC5-4A386BB8FED3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[28]</a:t>
                </a:r>
              </a:p>
            </p:txBody>
          </p:sp>
          <p:sp>
            <p:nvSpPr>
              <p:cNvPr id="1110" name="CaixaDeTexto 1109">
                <a:extLst>
                  <a:ext uri="{FF2B5EF4-FFF2-40B4-BE49-F238E27FC236}">
                    <a16:creationId xmlns:a16="http://schemas.microsoft.com/office/drawing/2014/main" id="{F717D684-AD9F-B33B-4F62-417C98A40522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[29]</a:t>
                </a:r>
              </a:p>
            </p:txBody>
          </p:sp>
          <p:sp>
            <p:nvSpPr>
              <p:cNvPr id="1111" name="CaixaDeTexto 1110">
                <a:extLst>
                  <a:ext uri="{FF2B5EF4-FFF2-40B4-BE49-F238E27FC236}">
                    <a16:creationId xmlns:a16="http://schemas.microsoft.com/office/drawing/2014/main" id="{A307E3D4-C94F-F6FB-D6EF-E87C8E16FE5F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[30]</a:t>
                </a:r>
              </a:p>
            </p:txBody>
          </p:sp>
        </p:grpSp>
        <p:grpSp>
          <p:nvGrpSpPr>
            <p:cNvPr id="1112" name="Agrupar 1111">
              <a:extLst>
                <a:ext uri="{FF2B5EF4-FFF2-40B4-BE49-F238E27FC236}">
                  <a16:creationId xmlns:a16="http://schemas.microsoft.com/office/drawing/2014/main" id="{E203921B-253D-5797-89B0-F754B84144A9}"/>
                </a:ext>
              </a:extLst>
            </p:cNvPr>
            <p:cNvGrpSpPr/>
            <p:nvPr/>
          </p:nvGrpSpPr>
          <p:grpSpPr>
            <a:xfrm>
              <a:off x="7289238" y="4819451"/>
              <a:ext cx="4416114" cy="307777"/>
              <a:chOff x="7289572" y="2889564"/>
              <a:chExt cx="4416114" cy="307777"/>
            </a:xfrm>
          </p:grpSpPr>
          <p:sp>
            <p:nvSpPr>
              <p:cNvPr id="1113" name="CaixaDeTexto 1112">
                <a:extLst>
                  <a:ext uri="{FF2B5EF4-FFF2-40B4-BE49-F238E27FC236}">
                    <a16:creationId xmlns:a16="http://schemas.microsoft.com/office/drawing/2014/main" id="{C9E49FE1-BAF8-8CFC-DD7F-B1B5EF05B877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[31]</a:t>
                </a:r>
              </a:p>
            </p:txBody>
          </p:sp>
          <p:sp>
            <p:nvSpPr>
              <p:cNvPr id="1114" name="CaixaDeTexto 1113">
                <a:extLst>
                  <a:ext uri="{FF2B5EF4-FFF2-40B4-BE49-F238E27FC236}">
                    <a16:creationId xmlns:a16="http://schemas.microsoft.com/office/drawing/2014/main" id="{BB3C9727-53DF-7A38-7714-95447171DA6E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[32]</a:t>
                </a:r>
              </a:p>
            </p:txBody>
          </p:sp>
          <p:sp>
            <p:nvSpPr>
              <p:cNvPr id="1115" name="CaixaDeTexto 1114">
                <a:extLst>
                  <a:ext uri="{FF2B5EF4-FFF2-40B4-BE49-F238E27FC236}">
                    <a16:creationId xmlns:a16="http://schemas.microsoft.com/office/drawing/2014/main" id="{E175819B-D9ED-CBA7-FFAE-81C784253EB5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[33]</a:t>
                </a:r>
              </a:p>
            </p:txBody>
          </p:sp>
          <p:sp>
            <p:nvSpPr>
              <p:cNvPr id="1116" name="CaixaDeTexto 1115">
                <a:extLst>
                  <a:ext uri="{FF2B5EF4-FFF2-40B4-BE49-F238E27FC236}">
                    <a16:creationId xmlns:a16="http://schemas.microsoft.com/office/drawing/2014/main" id="{D62DF5B1-C6C1-DF51-BD25-10EAECF81D77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[34]</a:t>
                </a:r>
              </a:p>
            </p:txBody>
          </p:sp>
          <p:sp>
            <p:nvSpPr>
              <p:cNvPr id="1117" name="CaixaDeTexto 1116">
                <a:extLst>
                  <a:ext uri="{FF2B5EF4-FFF2-40B4-BE49-F238E27FC236}">
                    <a16:creationId xmlns:a16="http://schemas.microsoft.com/office/drawing/2014/main" id="{0CFFB945-1412-1AD3-A55F-D4930588EF75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[35]</a:t>
                </a:r>
              </a:p>
            </p:txBody>
          </p:sp>
          <p:sp>
            <p:nvSpPr>
              <p:cNvPr id="1118" name="CaixaDeTexto 1117">
                <a:extLst>
                  <a:ext uri="{FF2B5EF4-FFF2-40B4-BE49-F238E27FC236}">
                    <a16:creationId xmlns:a16="http://schemas.microsoft.com/office/drawing/2014/main" id="{11DC29A3-3901-B896-1270-AC182B24BAF2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[36]</a:t>
                </a:r>
              </a:p>
            </p:txBody>
          </p:sp>
          <p:sp>
            <p:nvSpPr>
              <p:cNvPr id="1119" name="CaixaDeTexto 1118">
                <a:extLst>
                  <a:ext uri="{FF2B5EF4-FFF2-40B4-BE49-F238E27FC236}">
                    <a16:creationId xmlns:a16="http://schemas.microsoft.com/office/drawing/2014/main" id="{9837FF2E-2AC7-6501-519C-9017BC1A3663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[37]</a:t>
                </a:r>
              </a:p>
            </p:txBody>
          </p:sp>
          <p:sp>
            <p:nvSpPr>
              <p:cNvPr id="1120" name="CaixaDeTexto 1119">
                <a:extLst>
                  <a:ext uri="{FF2B5EF4-FFF2-40B4-BE49-F238E27FC236}">
                    <a16:creationId xmlns:a16="http://schemas.microsoft.com/office/drawing/2014/main" id="{C74656B5-97CF-E547-7AA5-464CADDBB0CE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[38]</a:t>
                </a:r>
              </a:p>
            </p:txBody>
          </p:sp>
          <p:sp>
            <p:nvSpPr>
              <p:cNvPr id="1121" name="CaixaDeTexto 1120">
                <a:extLst>
                  <a:ext uri="{FF2B5EF4-FFF2-40B4-BE49-F238E27FC236}">
                    <a16:creationId xmlns:a16="http://schemas.microsoft.com/office/drawing/2014/main" id="{BC30D1A7-4BEE-9006-B683-373EBAEA92E2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[39]</a:t>
                </a:r>
              </a:p>
            </p:txBody>
          </p:sp>
          <p:sp>
            <p:nvSpPr>
              <p:cNvPr id="1122" name="CaixaDeTexto 1121">
                <a:extLst>
                  <a:ext uri="{FF2B5EF4-FFF2-40B4-BE49-F238E27FC236}">
                    <a16:creationId xmlns:a16="http://schemas.microsoft.com/office/drawing/2014/main" id="{1B15D02B-4057-7AC2-1040-12C9E207CE22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[40]</a:t>
                </a:r>
              </a:p>
            </p:txBody>
          </p:sp>
        </p:grpSp>
        <p:grpSp>
          <p:nvGrpSpPr>
            <p:cNvPr id="1123" name="Agrupar 1122">
              <a:extLst>
                <a:ext uri="{FF2B5EF4-FFF2-40B4-BE49-F238E27FC236}">
                  <a16:creationId xmlns:a16="http://schemas.microsoft.com/office/drawing/2014/main" id="{28454D63-0DB9-6A45-07D9-A68AC7C16191}"/>
                </a:ext>
              </a:extLst>
            </p:cNvPr>
            <p:cNvGrpSpPr/>
            <p:nvPr/>
          </p:nvGrpSpPr>
          <p:grpSpPr>
            <a:xfrm>
              <a:off x="7289238" y="5064398"/>
              <a:ext cx="4416114" cy="307777"/>
              <a:chOff x="7289572" y="2889564"/>
              <a:chExt cx="4416114" cy="307777"/>
            </a:xfrm>
          </p:grpSpPr>
          <p:sp>
            <p:nvSpPr>
              <p:cNvPr id="1124" name="CaixaDeTexto 1123">
                <a:extLst>
                  <a:ext uri="{FF2B5EF4-FFF2-40B4-BE49-F238E27FC236}">
                    <a16:creationId xmlns:a16="http://schemas.microsoft.com/office/drawing/2014/main" id="{759E7AF6-DA92-AC23-27F9-CF0D57C26F22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[41]</a:t>
                </a:r>
              </a:p>
            </p:txBody>
          </p:sp>
          <p:sp>
            <p:nvSpPr>
              <p:cNvPr id="1125" name="CaixaDeTexto 1124">
                <a:extLst>
                  <a:ext uri="{FF2B5EF4-FFF2-40B4-BE49-F238E27FC236}">
                    <a16:creationId xmlns:a16="http://schemas.microsoft.com/office/drawing/2014/main" id="{A998C463-0162-713E-FE85-E74B182653FF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[42]</a:t>
                </a:r>
              </a:p>
            </p:txBody>
          </p:sp>
          <p:sp>
            <p:nvSpPr>
              <p:cNvPr id="1126" name="CaixaDeTexto 1125">
                <a:extLst>
                  <a:ext uri="{FF2B5EF4-FFF2-40B4-BE49-F238E27FC236}">
                    <a16:creationId xmlns:a16="http://schemas.microsoft.com/office/drawing/2014/main" id="{D04F71F9-E9CB-FD71-AA1D-381ACA71768D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[43]</a:t>
                </a:r>
              </a:p>
            </p:txBody>
          </p:sp>
          <p:sp>
            <p:nvSpPr>
              <p:cNvPr id="1127" name="CaixaDeTexto 1126">
                <a:extLst>
                  <a:ext uri="{FF2B5EF4-FFF2-40B4-BE49-F238E27FC236}">
                    <a16:creationId xmlns:a16="http://schemas.microsoft.com/office/drawing/2014/main" id="{CA6DBA50-CCD2-BE6C-9D65-A43BE62ABB09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[44]</a:t>
                </a:r>
              </a:p>
            </p:txBody>
          </p:sp>
          <p:sp>
            <p:nvSpPr>
              <p:cNvPr id="1128" name="CaixaDeTexto 1127">
                <a:extLst>
                  <a:ext uri="{FF2B5EF4-FFF2-40B4-BE49-F238E27FC236}">
                    <a16:creationId xmlns:a16="http://schemas.microsoft.com/office/drawing/2014/main" id="{F7A73931-9AC6-CEEA-8A37-5EEECA458C9B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[45]</a:t>
                </a:r>
              </a:p>
            </p:txBody>
          </p:sp>
          <p:sp>
            <p:nvSpPr>
              <p:cNvPr id="1129" name="CaixaDeTexto 1128">
                <a:extLst>
                  <a:ext uri="{FF2B5EF4-FFF2-40B4-BE49-F238E27FC236}">
                    <a16:creationId xmlns:a16="http://schemas.microsoft.com/office/drawing/2014/main" id="{252D2F8B-8FA3-A8BE-DDD6-1B4531F53196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[46]</a:t>
                </a:r>
              </a:p>
            </p:txBody>
          </p:sp>
          <p:sp>
            <p:nvSpPr>
              <p:cNvPr id="1130" name="CaixaDeTexto 1129">
                <a:extLst>
                  <a:ext uri="{FF2B5EF4-FFF2-40B4-BE49-F238E27FC236}">
                    <a16:creationId xmlns:a16="http://schemas.microsoft.com/office/drawing/2014/main" id="{E93D379F-E7C9-F06B-EE12-AE3867CE426C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[47]</a:t>
                </a:r>
              </a:p>
            </p:txBody>
          </p:sp>
          <p:sp>
            <p:nvSpPr>
              <p:cNvPr id="1131" name="CaixaDeTexto 1130">
                <a:extLst>
                  <a:ext uri="{FF2B5EF4-FFF2-40B4-BE49-F238E27FC236}">
                    <a16:creationId xmlns:a16="http://schemas.microsoft.com/office/drawing/2014/main" id="{FE9ED3DE-5995-DA5F-FA04-EDA2AB96C54E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[48]</a:t>
                </a:r>
              </a:p>
            </p:txBody>
          </p:sp>
          <p:sp>
            <p:nvSpPr>
              <p:cNvPr id="1132" name="CaixaDeTexto 1131">
                <a:extLst>
                  <a:ext uri="{FF2B5EF4-FFF2-40B4-BE49-F238E27FC236}">
                    <a16:creationId xmlns:a16="http://schemas.microsoft.com/office/drawing/2014/main" id="{EC6CF07B-32A3-EA51-1FC4-FBD90221E135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[49]</a:t>
                </a:r>
              </a:p>
            </p:txBody>
          </p:sp>
          <p:sp>
            <p:nvSpPr>
              <p:cNvPr id="1133" name="CaixaDeTexto 1132">
                <a:extLst>
                  <a:ext uri="{FF2B5EF4-FFF2-40B4-BE49-F238E27FC236}">
                    <a16:creationId xmlns:a16="http://schemas.microsoft.com/office/drawing/2014/main" id="{E97A1D63-66B3-1572-B394-8947B9D6E705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[50]</a:t>
                </a:r>
              </a:p>
            </p:txBody>
          </p:sp>
        </p:grpSp>
        <p:grpSp>
          <p:nvGrpSpPr>
            <p:cNvPr id="1134" name="Agrupar 1133">
              <a:extLst>
                <a:ext uri="{FF2B5EF4-FFF2-40B4-BE49-F238E27FC236}">
                  <a16:creationId xmlns:a16="http://schemas.microsoft.com/office/drawing/2014/main" id="{E4708A77-7B9E-B3C7-9D3B-122E42D6965E}"/>
                </a:ext>
              </a:extLst>
            </p:cNvPr>
            <p:cNvGrpSpPr/>
            <p:nvPr/>
          </p:nvGrpSpPr>
          <p:grpSpPr>
            <a:xfrm>
              <a:off x="7288883" y="5309344"/>
              <a:ext cx="4416114" cy="307777"/>
              <a:chOff x="7289572" y="2889564"/>
              <a:chExt cx="4416114" cy="307777"/>
            </a:xfrm>
          </p:grpSpPr>
          <p:sp>
            <p:nvSpPr>
              <p:cNvPr id="1135" name="CaixaDeTexto 1134">
                <a:extLst>
                  <a:ext uri="{FF2B5EF4-FFF2-40B4-BE49-F238E27FC236}">
                    <a16:creationId xmlns:a16="http://schemas.microsoft.com/office/drawing/2014/main" id="{F50F6ECA-ECA2-CC23-6422-CF6336DF84D8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[51]</a:t>
                </a:r>
              </a:p>
            </p:txBody>
          </p:sp>
          <p:sp>
            <p:nvSpPr>
              <p:cNvPr id="1136" name="CaixaDeTexto 1135">
                <a:extLst>
                  <a:ext uri="{FF2B5EF4-FFF2-40B4-BE49-F238E27FC236}">
                    <a16:creationId xmlns:a16="http://schemas.microsoft.com/office/drawing/2014/main" id="{0B28C1B7-4D4F-8CAC-FE70-C49EA18593F1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[52]</a:t>
                </a:r>
              </a:p>
            </p:txBody>
          </p:sp>
          <p:sp>
            <p:nvSpPr>
              <p:cNvPr id="1137" name="CaixaDeTexto 1136">
                <a:extLst>
                  <a:ext uri="{FF2B5EF4-FFF2-40B4-BE49-F238E27FC236}">
                    <a16:creationId xmlns:a16="http://schemas.microsoft.com/office/drawing/2014/main" id="{43EFC91D-B02C-D96B-49C2-D93EA0055AF2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[53]</a:t>
                </a:r>
              </a:p>
            </p:txBody>
          </p:sp>
          <p:sp>
            <p:nvSpPr>
              <p:cNvPr id="1138" name="CaixaDeTexto 1137">
                <a:extLst>
                  <a:ext uri="{FF2B5EF4-FFF2-40B4-BE49-F238E27FC236}">
                    <a16:creationId xmlns:a16="http://schemas.microsoft.com/office/drawing/2014/main" id="{98CEE90E-CDDB-2B30-C4DE-95A0F8C7543E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[54]</a:t>
                </a:r>
              </a:p>
            </p:txBody>
          </p:sp>
          <p:sp>
            <p:nvSpPr>
              <p:cNvPr id="1139" name="CaixaDeTexto 1138">
                <a:extLst>
                  <a:ext uri="{FF2B5EF4-FFF2-40B4-BE49-F238E27FC236}">
                    <a16:creationId xmlns:a16="http://schemas.microsoft.com/office/drawing/2014/main" id="{D8CAFC9E-6918-61BF-3DD2-8B459BC7A1F4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[55]</a:t>
                </a:r>
              </a:p>
            </p:txBody>
          </p:sp>
          <p:sp>
            <p:nvSpPr>
              <p:cNvPr id="1140" name="CaixaDeTexto 1139">
                <a:extLst>
                  <a:ext uri="{FF2B5EF4-FFF2-40B4-BE49-F238E27FC236}">
                    <a16:creationId xmlns:a16="http://schemas.microsoft.com/office/drawing/2014/main" id="{8A132AA2-59DC-A085-7C3F-C4B245636F4E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[56]</a:t>
                </a:r>
              </a:p>
            </p:txBody>
          </p:sp>
          <p:sp>
            <p:nvSpPr>
              <p:cNvPr id="1141" name="CaixaDeTexto 1140">
                <a:extLst>
                  <a:ext uri="{FF2B5EF4-FFF2-40B4-BE49-F238E27FC236}">
                    <a16:creationId xmlns:a16="http://schemas.microsoft.com/office/drawing/2014/main" id="{738CEF60-5BD5-4FB1-56D8-8C684BD132B6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[57]</a:t>
                </a:r>
              </a:p>
            </p:txBody>
          </p:sp>
          <p:sp>
            <p:nvSpPr>
              <p:cNvPr id="1142" name="CaixaDeTexto 1141">
                <a:extLst>
                  <a:ext uri="{FF2B5EF4-FFF2-40B4-BE49-F238E27FC236}">
                    <a16:creationId xmlns:a16="http://schemas.microsoft.com/office/drawing/2014/main" id="{F7011DD9-D9B9-1357-37F9-B83A13C9B8B2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[58]</a:t>
                </a:r>
              </a:p>
            </p:txBody>
          </p:sp>
          <p:sp>
            <p:nvSpPr>
              <p:cNvPr id="1143" name="CaixaDeTexto 1142">
                <a:extLst>
                  <a:ext uri="{FF2B5EF4-FFF2-40B4-BE49-F238E27FC236}">
                    <a16:creationId xmlns:a16="http://schemas.microsoft.com/office/drawing/2014/main" id="{AA8520DB-1A58-C4D2-0E47-C30573CBA059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[59]</a:t>
                </a:r>
              </a:p>
            </p:txBody>
          </p:sp>
          <p:sp>
            <p:nvSpPr>
              <p:cNvPr id="1144" name="CaixaDeTexto 1143">
                <a:extLst>
                  <a:ext uri="{FF2B5EF4-FFF2-40B4-BE49-F238E27FC236}">
                    <a16:creationId xmlns:a16="http://schemas.microsoft.com/office/drawing/2014/main" id="{C2471D75-9BE6-4FEA-1079-B163DF11B1BE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[60]</a:t>
                </a:r>
              </a:p>
            </p:txBody>
          </p:sp>
        </p:grpSp>
        <p:sp>
          <p:nvSpPr>
            <p:cNvPr id="1145" name="CaixaDeTexto 1144">
              <a:extLst>
                <a:ext uri="{FF2B5EF4-FFF2-40B4-BE49-F238E27FC236}">
                  <a16:creationId xmlns:a16="http://schemas.microsoft.com/office/drawing/2014/main" id="{72332F4F-7DB0-CDE9-232B-29ABFCA460E3}"/>
                </a:ext>
              </a:extLst>
            </p:cNvPr>
            <p:cNvSpPr txBox="1"/>
            <p:nvPr/>
          </p:nvSpPr>
          <p:spPr>
            <a:xfrm>
              <a:off x="11210319" y="555023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</a:t>
              </a:r>
              <a:r>
                <a:rPr lang="pt-BR" sz="1400" dirty="0">
                  <a:solidFill>
                    <a:srgbClr val="FFFB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</a:p>
          </p:txBody>
        </p:sp>
        <p:sp>
          <p:nvSpPr>
            <p:cNvPr id="1146" name="CaixaDeTexto 1145">
              <a:extLst>
                <a:ext uri="{FF2B5EF4-FFF2-40B4-BE49-F238E27FC236}">
                  <a16:creationId xmlns:a16="http://schemas.microsoft.com/office/drawing/2014/main" id="{4B137F1D-3E39-6F24-963C-4D81202795A8}"/>
                </a:ext>
              </a:extLst>
            </p:cNvPr>
            <p:cNvSpPr txBox="1"/>
            <p:nvPr/>
          </p:nvSpPr>
          <p:spPr>
            <a:xfrm>
              <a:off x="7299482" y="5621108"/>
              <a:ext cx="34188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anular esse jogo, marque ao lado:</a:t>
              </a:r>
            </a:p>
          </p:txBody>
        </p:sp>
        <p:sp>
          <p:nvSpPr>
            <p:cNvPr id="1151" name="Retângulo 1150">
              <a:extLst>
                <a:ext uri="{FF2B5EF4-FFF2-40B4-BE49-F238E27FC236}">
                  <a16:creationId xmlns:a16="http://schemas.microsoft.com/office/drawing/2014/main" id="{05D3FC94-02F1-8C5D-4EB0-EC881FA43F27}"/>
                </a:ext>
              </a:extLst>
            </p:cNvPr>
            <p:cNvSpPr/>
            <p:nvPr/>
          </p:nvSpPr>
          <p:spPr>
            <a:xfrm>
              <a:off x="6939977" y="417583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2" name="Retângulo 1151">
              <a:extLst>
                <a:ext uri="{FF2B5EF4-FFF2-40B4-BE49-F238E27FC236}">
                  <a16:creationId xmlns:a16="http://schemas.microsoft.com/office/drawing/2014/main" id="{5ECEBAEC-005A-E5E9-F87A-DA03554AE88E}"/>
                </a:ext>
              </a:extLst>
            </p:cNvPr>
            <p:cNvSpPr/>
            <p:nvPr/>
          </p:nvSpPr>
          <p:spPr>
            <a:xfrm>
              <a:off x="6939977" y="442951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3" name="Retângulo 1152">
              <a:extLst>
                <a:ext uri="{FF2B5EF4-FFF2-40B4-BE49-F238E27FC236}">
                  <a16:creationId xmlns:a16="http://schemas.microsoft.com/office/drawing/2014/main" id="{273986BC-09F7-DC77-A500-E575B9141A66}"/>
                </a:ext>
              </a:extLst>
            </p:cNvPr>
            <p:cNvSpPr/>
            <p:nvPr/>
          </p:nvSpPr>
          <p:spPr>
            <a:xfrm>
              <a:off x="6939977" y="468319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4" name="Retângulo 1153">
              <a:extLst>
                <a:ext uri="{FF2B5EF4-FFF2-40B4-BE49-F238E27FC236}">
                  <a16:creationId xmlns:a16="http://schemas.microsoft.com/office/drawing/2014/main" id="{78F2CF0E-0920-132B-6E0E-05219104E48C}"/>
                </a:ext>
              </a:extLst>
            </p:cNvPr>
            <p:cNvSpPr/>
            <p:nvPr/>
          </p:nvSpPr>
          <p:spPr>
            <a:xfrm>
              <a:off x="6939977" y="493687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5" name="Retângulo 1154">
              <a:extLst>
                <a:ext uri="{FF2B5EF4-FFF2-40B4-BE49-F238E27FC236}">
                  <a16:creationId xmlns:a16="http://schemas.microsoft.com/office/drawing/2014/main" id="{F9516B38-988E-1B5B-8CC4-D0940FF341E2}"/>
                </a:ext>
              </a:extLst>
            </p:cNvPr>
            <p:cNvSpPr/>
            <p:nvPr/>
          </p:nvSpPr>
          <p:spPr>
            <a:xfrm>
              <a:off x="6939977" y="519055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6" name="Retângulo 1155">
              <a:extLst>
                <a:ext uri="{FF2B5EF4-FFF2-40B4-BE49-F238E27FC236}">
                  <a16:creationId xmlns:a16="http://schemas.microsoft.com/office/drawing/2014/main" id="{63AF4F25-9DE1-FFC9-0768-1CBA29493022}"/>
                </a:ext>
              </a:extLst>
            </p:cNvPr>
            <p:cNvSpPr/>
            <p:nvPr/>
          </p:nvSpPr>
          <p:spPr>
            <a:xfrm>
              <a:off x="6939977" y="544423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7" name="Retângulo 1156">
              <a:extLst>
                <a:ext uri="{FF2B5EF4-FFF2-40B4-BE49-F238E27FC236}">
                  <a16:creationId xmlns:a16="http://schemas.microsoft.com/office/drawing/2014/main" id="{68B58557-150A-B558-62EA-225FDBF5727A}"/>
                </a:ext>
              </a:extLst>
            </p:cNvPr>
            <p:cNvSpPr/>
            <p:nvPr/>
          </p:nvSpPr>
          <p:spPr>
            <a:xfrm>
              <a:off x="6939977" y="5697913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80741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E6DAF39-2929-2866-6944-82505A6A4F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98" t="8125" r="4842" b="33333"/>
          <a:stretch>
            <a:fillRect/>
          </a:stretch>
        </p:blipFill>
        <p:spPr>
          <a:xfrm>
            <a:off x="2100263" y="1157288"/>
            <a:ext cx="6815137" cy="401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71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936</Words>
  <Application>Microsoft Macintosh PowerPoint</Application>
  <PresentationFormat>Widescreen</PresentationFormat>
  <Paragraphs>312</Paragraphs>
  <Slides>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Aharoni</vt:lpstr>
      <vt:lpstr>Aptos</vt:lpstr>
      <vt:lpstr>Aptos Display</vt:lpstr>
      <vt:lpstr>Arial</vt:lpstr>
      <vt:lpstr>Helvetica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Peres</dc:creator>
  <cp:lastModifiedBy>Fernanda Peres</cp:lastModifiedBy>
  <cp:revision>4</cp:revision>
  <dcterms:created xsi:type="dcterms:W3CDTF">2026-01-02T15:02:52Z</dcterms:created>
  <dcterms:modified xsi:type="dcterms:W3CDTF">2026-06-25T14:27:42Z</dcterms:modified>
</cp:coreProperties>
</file>