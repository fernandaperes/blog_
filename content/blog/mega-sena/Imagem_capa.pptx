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D6CD"/>
    <a:srgbClr val="2E8373"/>
    <a:srgbClr val="FFFBF0"/>
    <a:srgbClr val="AED4D1"/>
    <a:srgbClr val="D6D7D2"/>
    <a:srgbClr val="328D7B"/>
    <a:srgbClr val="3A8D81"/>
    <a:srgbClr val="3E94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6"/>
  </p:normalViewPr>
  <p:slideViewPr>
    <p:cSldViewPr snapToGrid="0">
      <p:cViewPr>
        <p:scale>
          <a:sx n="90" d="100"/>
          <a:sy n="90" d="100"/>
        </p:scale>
        <p:origin x="133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3F5D4-8CA3-9E46-9E72-F180E59A1460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E88BC-58B6-DC43-9504-F90881ED6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13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E88BC-58B6-DC43-9504-F90881ED6CB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35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65B06-7343-5B36-F9CB-321AE988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5F603A-674C-9554-9189-F24E7084F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4F4843-25CE-AEF3-2572-25C3E6591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1A9759-DC46-677F-D85A-6110B16A4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E88BC-58B6-DC43-9504-F90881ED6CB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63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2516F-5329-49B4-9841-ECAD67DE3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1C212F-6FC6-06DF-5E40-326594C6B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652A7E-84E7-321F-A0B8-CFC5BCC8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34994E-9CA7-66EA-FD9D-980AD0BE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124C7D-7C8D-5C6A-6E3E-F9B54AC0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D96C-D15C-ED7B-7B21-F6536A90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23B23D-2A69-015A-4992-0604C52B6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25693F-9720-9DDA-26E1-6E25E6F1D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322AF9-D631-9F5D-237C-C04EFA431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99A89E-4B3B-4A90-3600-CF0DBE23A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0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57329-F07D-238B-EA00-F14B83E21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62F9AD-CFF9-9BA7-A0C0-DF10E2D51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3813D5-0D03-EF4A-7B97-0BCA5F5A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6A9261-A799-9801-3553-A18F173C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BD59BC-EB25-4048-EDB1-160F5CC8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447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0EB5D-A743-1BC9-45C0-EC3B9716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6B51AB-EE98-70CD-8A1F-11EC0EEE0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A08C06-C560-ABB4-976F-2344B8458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45F4B2-33EC-24F1-38CF-B9CD325A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D6E1EF-EECA-EBEB-AF8D-A83043BD0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1977D5-FCB5-54CF-FC0F-BE4CBD13A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655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3397C-D403-4F17-6DF2-0E9118C9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ABC8A8-71BE-8C58-FF86-678146192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45254-18AB-ECC0-AE25-8C3F03899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380E86A-7B52-1666-DB31-5200832AD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52C28C-2B67-8858-8089-6E551C5AB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5569D8-0A10-0CC8-4925-AD9479DF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A787ED-D8A9-B156-3B7B-25E95ABC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4D4693-6194-9155-A912-DC216E46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21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0E195-792F-BA36-F639-F76ED1C6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9EF26EC-AAFC-BA82-FB60-A5D7DBA8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CCE2A3-85B9-B31B-A20B-8BB13D34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D2D38A-46F8-6E41-A3B1-00A7D8643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946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3817BF-D3E3-E6A2-A5D7-E68A7BC8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67F403A-3405-F5CC-AE72-889CD7B9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3D0D98-F861-11D7-731E-BF1C0238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85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2BDEB-3970-6C6C-C303-B1201D3C7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8EF3C6-13C2-75DC-BDEB-4DA0268B7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540577-1F6F-55C4-AE1C-DACDC9AFE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93A482-1B0E-676B-1A24-5F92E421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54BBA8-1427-FED8-4BE7-8ECBEC37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56B7FC-4699-3166-3743-E2C8A34A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46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9792F-5B55-6230-D39A-DA1375E7F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E35DA13-E408-E1B5-7E11-CBFED79EF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2D3BAC-1EDA-CDC6-9FE8-48915653E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4783F5-BF22-DD5F-247C-691065A4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47D19B-5597-1028-F48C-7C35F2B5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E40830-0339-4BCE-53E3-ACF89801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02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C4F8A-1B36-5FD5-1789-2AC5B995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B100C1-DF3E-7DCF-F06E-425069847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3064E8-02CA-65C5-5CA0-0F50F30A2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E7FC3F-4761-8502-BCF9-56D85812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08D10C-4BC8-AB1F-2CB2-B513E9D7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30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3E94C3-DAAC-22F7-FBB0-FE050E8D2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43CF1E-C4CC-8F52-C195-66519D13B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B8395-0514-85CB-D170-D26EF88F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509A6B-D29C-5DA7-1B5E-57FA486B7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D4D4BE-C5B2-F86A-008F-2A6F98D9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19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4ECA27C-F809-43B0-A3B4-9AC60834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555F78-E998-51AD-6A57-5989E714C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654864-17F4-46E1-535A-3C31958C39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C8E82-B1F5-B841-A24C-24EDCCE8D796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3B31FC-D89D-1D8C-A4A0-FFADAD835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33CA81-6E52-5043-75A4-BB82B7993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50349-590B-EE45-AE4F-8C297736B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947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Agrupar 1157">
            <a:extLst>
              <a:ext uri="{FF2B5EF4-FFF2-40B4-BE49-F238E27FC236}">
                <a16:creationId xmlns:a16="http://schemas.microsoft.com/office/drawing/2014/main" id="{DF3A0B89-6782-CE9D-20D5-505BC6DB1100}"/>
              </a:ext>
            </a:extLst>
          </p:cNvPr>
          <p:cNvGrpSpPr/>
          <p:nvPr/>
        </p:nvGrpSpPr>
        <p:grpSpPr>
          <a:xfrm>
            <a:off x="3574321" y="327074"/>
            <a:ext cx="5043357" cy="6203852"/>
            <a:chOff x="6860958" y="327074"/>
            <a:chExt cx="5043357" cy="6203852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D260B41-13FD-127F-9F79-03B875F18293}"/>
                </a:ext>
              </a:extLst>
            </p:cNvPr>
            <p:cNvSpPr/>
            <p:nvPr/>
          </p:nvSpPr>
          <p:spPr>
            <a:xfrm>
              <a:off x="6860958" y="327074"/>
              <a:ext cx="5043357" cy="62038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4FF33BCD-160E-4A7E-C6AB-035229BD7BED}"/>
                </a:ext>
              </a:extLst>
            </p:cNvPr>
            <p:cNvSpPr/>
            <p:nvPr/>
          </p:nvSpPr>
          <p:spPr>
            <a:xfrm>
              <a:off x="7186630" y="579723"/>
              <a:ext cx="4620620" cy="802930"/>
            </a:xfrm>
            <a:prstGeom prst="rect">
              <a:avLst/>
            </a:prstGeom>
            <a:solidFill>
              <a:srgbClr val="2E83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2AEAD07-684F-64E7-87E5-DD7654B6CCBA}"/>
                </a:ext>
              </a:extLst>
            </p:cNvPr>
            <p:cNvSpPr/>
            <p:nvPr/>
          </p:nvSpPr>
          <p:spPr>
            <a:xfrm>
              <a:off x="7198996" y="1971402"/>
              <a:ext cx="4608254" cy="1836000"/>
            </a:xfrm>
            <a:prstGeom prst="rect">
              <a:avLst/>
            </a:prstGeom>
            <a:solidFill>
              <a:srgbClr val="FFFB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E49747FC-523B-9616-CB0E-508C5ECD9FD4}"/>
                </a:ext>
              </a:extLst>
            </p:cNvPr>
            <p:cNvSpPr txBox="1"/>
            <p:nvPr/>
          </p:nvSpPr>
          <p:spPr>
            <a:xfrm>
              <a:off x="8393823" y="664447"/>
              <a:ext cx="34188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600" b="1" i="1" dirty="0">
                  <a:ln w="19050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Helvetica" pitchFamily="2" charset="0"/>
                  <a:ea typeface="Hiragino Kaku Gothic Std W8" panose="020B0800000000000000" pitchFamily="34" charset="-128"/>
                  <a:cs typeface="Arial" panose="020B0604020202020204" pitchFamily="34" charset="0"/>
                </a:rPr>
                <a:t>MEGA-SENA</a:t>
              </a:r>
            </a:p>
          </p:txBody>
        </p: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5E206316-6EB3-F080-8876-886512032A60}"/>
                </a:ext>
              </a:extLst>
            </p:cNvPr>
            <p:cNvGrpSpPr/>
            <p:nvPr/>
          </p:nvGrpSpPr>
          <p:grpSpPr>
            <a:xfrm>
              <a:off x="7713263" y="685528"/>
              <a:ext cx="583495" cy="585451"/>
              <a:chOff x="7606454" y="693023"/>
              <a:chExt cx="583495" cy="585451"/>
            </a:xfrm>
          </p:grpSpPr>
          <p:grpSp>
            <p:nvGrpSpPr>
              <p:cNvPr id="22" name="Agrupar 21">
                <a:extLst>
                  <a:ext uri="{FF2B5EF4-FFF2-40B4-BE49-F238E27FC236}">
                    <a16:creationId xmlns:a16="http://schemas.microsoft.com/office/drawing/2014/main" id="{CAE38074-8880-FF6F-44C5-C56B939D806D}"/>
                  </a:ext>
                </a:extLst>
              </p:cNvPr>
              <p:cNvGrpSpPr/>
              <p:nvPr/>
            </p:nvGrpSpPr>
            <p:grpSpPr>
              <a:xfrm>
                <a:off x="7909621" y="693023"/>
                <a:ext cx="280328" cy="282271"/>
                <a:chOff x="10601325" y="4114913"/>
                <a:chExt cx="2681415" cy="2700000"/>
              </a:xfrm>
              <a:solidFill>
                <a:srgbClr val="AED4D1"/>
              </a:solidFill>
            </p:grpSpPr>
            <p:sp>
              <p:nvSpPr>
                <p:cNvPr id="18" name="Triângulo Retângulo 17">
                  <a:extLst>
                    <a:ext uri="{FF2B5EF4-FFF2-40B4-BE49-F238E27FC236}">
                      <a16:creationId xmlns:a16="http://schemas.microsoft.com/office/drawing/2014/main" id="{769814F5-7956-83AB-009F-2DA134B5550E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C2D03E3-A253-8592-6906-F6258D41938A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B9FCF45-021A-0513-94C1-3A2B293156C4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2B91F061-74E7-A58A-8110-893AA3DE8872}"/>
                  </a:ext>
                </a:extLst>
              </p:cNvPr>
              <p:cNvGrpSpPr/>
              <p:nvPr/>
            </p:nvGrpSpPr>
            <p:grpSpPr>
              <a:xfrm flipH="1">
                <a:off x="7606454" y="693408"/>
                <a:ext cx="280328" cy="282271"/>
                <a:chOff x="10601325" y="4114913"/>
                <a:chExt cx="2681415" cy="2700000"/>
              </a:xfrm>
              <a:solidFill>
                <a:schemeClr val="bg1"/>
              </a:solidFill>
            </p:grpSpPr>
            <p:sp>
              <p:nvSpPr>
                <p:cNvPr id="24" name="Triângulo Retângulo 23">
                  <a:extLst>
                    <a:ext uri="{FF2B5EF4-FFF2-40B4-BE49-F238E27FC236}">
                      <a16:creationId xmlns:a16="http://schemas.microsoft.com/office/drawing/2014/main" id="{39FC77E0-1C50-D3C1-2F44-67E3C5A945C2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C32279BF-EB14-D7E7-50C9-52F34DAE1423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D613528-56CB-7534-6EF5-EEF95F3C6BFC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27" name="Agrupar 26">
                <a:extLst>
                  <a:ext uri="{FF2B5EF4-FFF2-40B4-BE49-F238E27FC236}">
                    <a16:creationId xmlns:a16="http://schemas.microsoft.com/office/drawing/2014/main" id="{3B578E64-8B05-03D0-EFFE-7765843BD8C2}"/>
                  </a:ext>
                </a:extLst>
              </p:cNvPr>
              <p:cNvGrpSpPr/>
              <p:nvPr/>
            </p:nvGrpSpPr>
            <p:grpSpPr>
              <a:xfrm flipH="1" flipV="1">
                <a:off x="7606454" y="996203"/>
                <a:ext cx="280328" cy="282271"/>
                <a:chOff x="10601325" y="4114913"/>
                <a:chExt cx="2681415" cy="2700000"/>
              </a:xfrm>
              <a:solidFill>
                <a:srgbClr val="AED4D1"/>
              </a:solidFill>
            </p:grpSpPr>
            <p:sp>
              <p:nvSpPr>
                <p:cNvPr id="28" name="Triângulo Retângulo 27">
                  <a:extLst>
                    <a:ext uri="{FF2B5EF4-FFF2-40B4-BE49-F238E27FC236}">
                      <a16:creationId xmlns:a16="http://schemas.microsoft.com/office/drawing/2014/main" id="{2AA8A4AE-0145-01D9-4B19-1A8A1A34A308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C5F9C337-6C46-8D29-0B66-8E9F85E70E40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4D683944-724F-2377-A7D9-16BCA89890CA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31" name="Agrupar 30">
                <a:extLst>
                  <a:ext uri="{FF2B5EF4-FFF2-40B4-BE49-F238E27FC236}">
                    <a16:creationId xmlns:a16="http://schemas.microsoft.com/office/drawing/2014/main" id="{A25D3108-359B-FC80-4E3E-1A6C05BE34FB}"/>
                  </a:ext>
                </a:extLst>
              </p:cNvPr>
              <p:cNvGrpSpPr/>
              <p:nvPr/>
            </p:nvGrpSpPr>
            <p:grpSpPr>
              <a:xfrm flipV="1">
                <a:off x="7909621" y="995433"/>
                <a:ext cx="280328" cy="282271"/>
                <a:chOff x="10601325" y="4114913"/>
                <a:chExt cx="2681415" cy="2700000"/>
              </a:xfrm>
              <a:solidFill>
                <a:schemeClr val="bg1"/>
              </a:solidFill>
            </p:grpSpPr>
            <p:sp>
              <p:nvSpPr>
                <p:cNvPr id="32" name="Triângulo Retângulo 31">
                  <a:extLst>
                    <a:ext uri="{FF2B5EF4-FFF2-40B4-BE49-F238E27FC236}">
                      <a16:creationId xmlns:a16="http://schemas.microsoft.com/office/drawing/2014/main" id="{6313A707-EF6C-BD0E-D4A0-E6B8A40E6B97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8917C9BE-7F40-C14A-3D92-8426DCC8E22F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13360C8-BD28-34B0-FF5A-AF3E9E7CAAC7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</p:grpSp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58ACDC77-0AAF-2231-A468-BBEF21259E6E}"/>
                </a:ext>
              </a:extLst>
            </p:cNvPr>
            <p:cNvGrpSpPr/>
            <p:nvPr/>
          </p:nvGrpSpPr>
          <p:grpSpPr>
            <a:xfrm>
              <a:off x="7289238" y="1991890"/>
              <a:ext cx="4416114" cy="307777"/>
              <a:chOff x="7289572" y="2889564"/>
              <a:chExt cx="4416114" cy="307777"/>
            </a:xfrm>
          </p:grpSpPr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B8B8351D-25C1-5AB1-C454-B5B7EF233183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[01]</a:t>
                </a:r>
              </a:p>
            </p:txBody>
          </p:sp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0A00953C-6222-A7C6-0E3B-ECFE6ECFA119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[02]</a:t>
                </a:r>
              </a:p>
            </p:txBody>
          </p:sp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DD29849A-9CDE-197D-3765-B6398855528C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[03]</a:t>
                </a:r>
              </a:p>
            </p:txBody>
          </p:sp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CB0C1910-8C86-8EFE-FA4B-2F94469DEF44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[04]</a:t>
                </a:r>
              </a:p>
            </p:txBody>
          </p:sp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C2EE609A-F1F5-913C-CEB2-C0AC596FB0F5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[05]</a:t>
                </a:r>
              </a:p>
            </p:txBody>
          </p:sp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0FDC9086-FC24-46EE-76ED-5685D603DE92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[06]</a:t>
                </a:r>
              </a:p>
            </p:txBody>
          </p:sp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07D1CA1A-08B5-0175-5744-E3AB40C49482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[07]</a:t>
                </a:r>
              </a:p>
            </p:txBody>
          </p:sp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A9B0039D-BED3-29DF-9CE2-3BC381FB28ED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[08]</a:t>
                </a:r>
              </a:p>
            </p:txBody>
          </p:sp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14CC455C-D8F2-5FB0-9D81-F81408E2F58D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[09]</a:t>
                </a:r>
              </a:p>
            </p:txBody>
          </p:sp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96BE2EF6-6DED-6308-DC81-0EBBEC33FA0D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[10]</a:t>
                </a:r>
              </a:p>
            </p:txBody>
          </p:sp>
        </p:grpSp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2625CFAF-1DC4-59D1-B89D-60C80E6F8463}"/>
                </a:ext>
              </a:extLst>
            </p:cNvPr>
            <p:cNvGrpSpPr/>
            <p:nvPr/>
          </p:nvGrpSpPr>
          <p:grpSpPr>
            <a:xfrm>
              <a:off x="7289238" y="2236837"/>
              <a:ext cx="4416114" cy="307777"/>
              <a:chOff x="7289572" y="2889564"/>
              <a:chExt cx="4416114" cy="307777"/>
            </a:xfrm>
          </p:grpSpPr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99E5A1D0-A5FC-7575-0C6A-990D4134BD7B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[11]</a:t>
                </a:r>
              </a:p>
            </p:txBody>
          </p:sp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91D73020-7BA1-E9C4-0D81-EC921C457BE5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[12]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94F0958F-463C-D3D3-0A93-CFC2AA41E3F0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[13]</a:t>
                </a:r>
              </a:p>
            </p:txBody>
          </p:sp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1725147F-E80C-FEB4-6C3D-931FE2F9B652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[14]</a:t>
                </a:r>
              </a:p>
            </p:txBody>
          </p:sp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5EBD3B7E-EA50-AE90-0BD4-CF8E53E90FA6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[15]</a:t>
                </a:r>
              </a:p>
            </p:txBody>
          </p:sp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3D7D1CDA-E1A5-3980-7592-9693B19A9719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[16]</a:t>
                </a:r>
              </a:p>
            </p:txBody>
          </p:sp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B581D90F-57A7-CD87-8CD5-455F6068F058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[17]</a:t>
                </a:r>
              </a:p>
            </p:txBody>
          </p:sp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BE631C66-F4D6-1552-8D39-89159654238F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[18]</a:t>
                </a:r>
              </a:p>
            </p:txBody>
          </p:sp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3A2F7412-FC42-08A7-4773-9C447E681EC9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[19]</a:t>
                </a:r>
              </a:p>
            </p:txBody>
          </p:sp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A15C691C-6E4F-F730-9050-0EE64D653869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[20]</a:t>
                </a:r>
              </a:p>
            </p:txBody>
          </p:sp>
        </p:grp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D6938BE4-112F-14C6-DFB4-B402A0A23E83}"/>
                </a:ext>
              </a:extLst>
            </p:cNvPr>
            <p:cNvGrpSpPr/>
            <p:nvPr/>
          </p:nvGrpSpPr>
          <p:grpSpPr>
            <a:xfrm>
              <a:off x="7289238" y="2481784"/>
              <a:ext cx="4416114" cy="307777"/>
              <a:chOff x="7289572" y="2889564"/>
              <a:chExt cx="4416114" cy="307777"/>
            </a:xfrm>
          </p:grpSpPr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30A9170F-DEB7-B337-9FD8-AC60295A66E7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[21]</a:t>
                </a:r>
              </a:p>
            </p:txBody>
          </p:sp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D76445B5-DE96-54B6-6DC3-1E44F54C7225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[22]</a:t>
                </a:r>
              </a:p>
            </p:txBody>
          </p:sp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94DA637D-A83C-7F7E-D755-F3D1361CB284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[23]</a:t>
                </a:r>
              </a:p>
            </p:txBody>
          </p:sp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0C40EF40-7FFE-AA90-0060-D891F7585C1F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[24]</a:t>
                </a:r>
              </a:p>
            </p:txBody>
          </p:sp>
          <p:sp>
            <p:nvSpPr>
              <p:cNvPr id="1024" name="CaixaDeTexto 1023">
                <a:extLst>
                  <a:ext uri="{FF2B5EF4-FFF2-40B4-BE49-F238E27FC236}">
                    <a16:creationId xmlns:a16="http://schemas.microsoft.com/office/drawing/2014/main" id="{04FC6200-C2D2-BECF-2263-CE7471166122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[25]</a:t>
                </a:r>
              </a:p>
            </p:txBody>
          </p:sp>
          <p:sp>
            <p:nvSpPr>
              <p:cNvPr id="1025" name="CaixaDeTexto 1024">
                <a:extLst>
                  <a:ext uri="{FF2B5EF4-FFF2-40B4-BE49-F238E27FC236}">
                    <a16:creationId xmlns:a16="http://schemas.microsoft.com/office/drawing/2014/main" id="{19583C6D-72AB-9DA2-6980-DBB1E0D89BD1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[26]</a:t>
                </a:r>
              </a:p>
            </p:txBody>
          </p:sp>
          <p:sp>
            <p:nvSpPr>
              <p:cNvPr id="1027" name="CaixaDeTexto 1026">
                <a:extLst>
                  <a:ext uri="{FF2B5EF4-FFF2-40B4-BE49-F238E27FC236}">
                    <a16:creationId xmlns:a16="http://schemas.microsoft.com/office/drawing/2014/main" id="{E88548BF-E8A4-B1F6-0A3C-17F2220AA669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[27]</a:t>
                </a:r>
              </a:p>
            </p:txBody>
          </p:sp>
          <p:sp>
            <p:nvSpPr>
              <p:cNvPr id="1028" name="CaixaDeTexto 1027">
                <a:extLst>
                  <a:ext uri="{FF2B5EF4-FFF2-40B4-BE49-F238E27FC236}">
                    <a16:creationId xmlns:a16="http://schemas.microsoft.com/office/drawing/2014/main" id="{24F344CF-8754-2EA9-DC81-AAF86BFF7675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[28]</a:t>
                </a:r>
              </a:p>
            </p:txBody>
          </p:sp>
          <p:sp>
            <p:nvSpPr>
              <p:cNvPr id="1029" name="CaixaDeTexto 1028">
                <a:extLst>
                  <a:ext uri="{FF2B5EF4-FFF2-40B4-BE49-F238E27FC236}">
                    <a16:creationId xmlns:a16="http://schemas.microsoft.com/office/drawing/2014/main" id="{028440D8-337C-9C63-8931-AB0F11A4FB60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[29]</a:t>
                </a:r>
              </a:p>
            </p:txBody>
          </p:sp>
          <p:sp>
            <p:nvSpPr>
              <p:cNvPr id="1030" name="CaixaDeTexto 1029">
                <a:extLst>
                  <a:ext uri="{FF2B5EF4-FFF2-40B4-BE49-F238E27FC236}">
                    <a16:creationId xmlns:a16="http://schemas.microsoft.com/office/drawing/2014/main" id="{16164AE2-596E-44E3-A3EB-824141C3C861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[30]</a:t>
                </a:r>
              </a:p>
            </p:txBody>
          </p:sp>
        </p:grpSp>
        <p:grpSp>
          <p:nvGrpSpPr>
            <p:cNvPr id="1031" name="Agrupar 1030">
              <a:extLst>
                <a:ext uri="{FF2B5EF4-FFF2-40B4-BE49-F238E27FC236}">
                  <a16:creationId xmlns:a16="http://schemas.microsoft.com/office/drawing/2014/main" id="{507C8D2B-46FF-5526-EFB0-C0ADEB863761}"/>
                </a:ext>
              </a:extLst>
            </p:cNvPr>
            <p:cNvGrpSpPr/>
            <p:nvPr/>
          </p:nvGrpSpPr>
          <p:grpSpPr>
            <a:xfrm>
              <a:off x="7289238" y="2726731"/>
              <a:ext cx="4416114" cy="307777"/>
              <a:chOff x="7289572" y="2889564"/>
              <a:chExt cx="4416114" cy="307777"/>
            </a:xfrm>
          </p:grpSpPr>
          <p:sp>
            <p:nvSpPr>
              <p:cNvPr id="1032" name="CaixaDeTexto 1031">
                <a:extLst>
                  <a:ext uri="{FF2B5EF4-FFF2-40B4-BE49-F238E27FC236}">
                    <a16:creationId xmlns:a16="http://schemas.microsoft.com/office/drawing/2014/main" id="{CA2C05C9-EC1C-FF97-CB9D-2789F14099FB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[31]</a:t>
                </a:r>
              </a:p>
            </p:txBody>
          </p:sp>
          <p:sp>
            <p:nvSpPr>
              <p:cNvPr id="1033" name="CaixaDeTexto 1032">
                <a:extLst>
                  <a:ext uri="{FF2B5EF4-FFF2-40B4-BE49-F238E27FC236}">
                    <a16:creationId xmlns:a16="http://schemas.microsoft.com/office/drawing/2014/main" id="{932C2CB1-4F4D-D935-6892-3DE82C7600E7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[32]</a:t>
                </a:r>
              </a:p>
            </p:txBody>
          </p:sp>
          <p:sp>
            <p:nvSpPr>
              <p:cNvPr id="1034" name="CaixaDeTexto 1033">
                <a:extLst>
                  <a:ext uri="{FF2B5EF4-FFF2-40B4-BE49-F238E27FC236}">
                    <a16:creationId xmlns:a16="http://schemas.microsoft.com/office/drawing/2014/main" id="{F6C80FA8-1014-0382-4EBE-6DA00DF5A1B7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[33]</a:t>
                </a:r>
              </a:p>
            </p:txBody>
          </p:sp>
          <p:sp>
            <p:nvSpPr>
              <p:cNvPr id="1035" name="CaixaDeTexto 1034">
                <a:extLst>
                  <a:ext uri="{FF2B5EF4-FFF2-40B4-BE49-F238E27FC236}">
                    <a16:creationId xmlns:a16="http://schemas.microsoft.com/office/drawing/2014/main" id="{CD185281-255C-7008-38C8-5C1C4C03F453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[34]</a:t>
                </a:r>
              </a:p>
            </p:txBody>
          </p:sp>
          <p:sp>
            <p:nvSpPr>
              <p:cNvPr id="1036" name="CaixaDeTexto 1035">
                <a:extLst>
                  <a:ext uri="{FF2B5EF4-FFF2-40B4-BE49-F238E27FC236}">
                    <a16:creationId xmlns:a16="http://schemas.microsoft.com/office/drawing/2014/main" id="{38F48960-A9A4-27DA-94A0-A53734E57F72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[35]</a:t>
                </a:r>
              </a:p>
            </p:txBody>
          </p:sp>
          <p:sp>
            <p:nvSpPr>
              <p:cNvPr id="1037" name="CaixaDeTexto 1036">
                <a:extLst>
                  <a:ext uri="{FF2B5EF4-FFF2-40B4-BE49-F238E27FC236}">
                    <a16:creationId xmlns:a16="http://schemas.microsoft.com/office/drawing/2014/main" id="{643A7CF5-EDB3-8931-A4D0-CEB54CD4109B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[36]</a:t>
                </a:r>
              </a:p>
            </p:txBody>
          </p:sp>
          <p:sp>
            <p:nvSpPr>
              <p:cNvPr id="1038" name="CaixaDeTexto 1037">
                <a:extLst>
                  <a:ext uri="{FF2B5EF4-FFF2-40B4-BE49-F238E27FC236}">
                    <a16:creationId xmlns:a16="http://schemas.microsoft.com/office/drawing/2014/main" id="{2C91FD95-79FA-4229-62D6-AF741971C0BC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[37]</a:t>
                </a:r>
              </a:p>
            </p:txBody>
          </p:sp>
          <p:sp>
            <p:nvSpPr>
              <p:cNvPr id="1039" name="CaixaDeTexto 1038">
                <a:extLst>
                  <a:ext uri="{FF2B5EF4-FFF2-40B4-BE49-F238E27FC236}">
                    <a16:creationId xmlns:a16="http://schemas.microsoft.com/office/drawing/2014/main" id="{E828678F-90B2-560E-3ACF-836FBDEA48DF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[38]</a:t>
                </a:r>
              </a:p>
            </p:txBody>
          </p:sp>
          <p:sp>
            <p:nvSpPr>
              <p:cNvPr id="1040" name="CaixaDeTexto 1039">
                <a:extLst>
                  <a:ext uri="{FF2B5EF4-FFF2-40B4-BE49-F238E27FC236}">
                    <a16:creationId xmlns:a16="http://schemas.microsoft.com/office/drawing/2014/main" id="{A39BDB57-189B-4A39-260D-04A28F8A1DA1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[39]</a:t>
                </a:r>
              </a:p>
            </p:txBody>
          </p:sp>
          <p:sp>
            <p:nvSpPr>
              <p:cNvPr id="1041" name="CaixaDeTexto 1040">
                <a:extLst>
                  <a:ext uri="{FF2B5EF4-FFF2-40B4-BE49-F238E27FC236}">
                    <a16:creationId xmlns:a16="http://schemas.microsoft.com/office/drawing/2014/main" id="{EA23B235-F207-4AD6-3AB4-79716973A86E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[40]</a:t>
                </a:r>
              </a:p>
            </p:txBody>
          </p:sp>
        </p:grpSp>
        <p:grpSp>
          <p:nvGrpSpPr>
            <p:cNvPr id="1042" name="Agrupar 1041">
              <a:extLst>
                <a:ext uri="{FF2B5EF4-FFF2-40B4-BE49-F238E27FC236}">
                  <a16:creationId xmlns:a16="http://schemas.microsoft.com/office/drawing/2014/main" id="{590F7CAC-311B-97B4-F60F-34C9F0B9388B}"/>
                </a:ext>
              </a:extLst>
            </p:cNvPr>
            <p:cNvGrpSpPr/>
            <p:nvPr/>
          </p:nvGrpSpPr>
          <p:grpSpPr>
            <a:xfrm>
              <a:off x="7289238" y="2971678"/>
              <a:ext cx="4416114" cy="307777"/>
              <a:chOff x="7289572" y="2889564"/>
              <a:chExt cx="4416114" cy="307777"/>
            </a:xfrm>
          </p:grpSpPr>
          <p:sp>
            <p:nvSpPr>
              <p:cNvPr id="1043" name="CaixaDeTexto 1042">
                <a:extLst>
                  <a:ext uri="{FF2B5EF4-FFF2-40B4-BE49-F238E27FC236}">
                    <a16:creationId xmlns:a16="http://schemas.microsoft.com/office/drawing/2014/main" id="{D1B5971E-3313-59AE-9E27-5E7AB4ED1524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[41]</a:t>
                </a:r>
              </a:p>
            </p:txBody>
          </p:sp>
          <p:sp>
            <p:nvSpPr>
              <p:cNvPr id="1044" name="CaixaDeTexto 1043">
                <a:extLst>
                  <a:ext uri="{FF2B5EF4-FFF2-40B4-BE49-F238E27FC236}">
                    <a16:creationId xmlns:a16="http://schemas.microsoft.com/office/drawing/2014/main" id="{871315E1-2322-4279-B1AF-17CFDAFCDCE0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[42]</a:t>
                </a:r>
              </a:p>
            </p:txBody>
          </p:sp>
          <p:sp>
            <p:nvSpPr>
              <p:cNvPr id="1045" name="CaixaDeTexto 1044">
                <a:extLst>
                  <a:ext uri="{FF2B5EF4-FFF2-40B4-BE49-F238E27FC236}">
                    <a16:creationId xmlns:a16="http://schemas.microsoft.com/office/drawing/2014/main" id="{7DCBCC72-6BC3-BAF2-3338-AEB924CECC8A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[43]</a:t>
                </a:r>
              </a:p>
            </p:txBody>
          </p:sp>
          <p:sp>
            <p:nvSpPr>
              <p:cNvPr id="1046" name="CaixaDeTexto 1045">
                <a:extLst>
                  <a:ext uri="{FF2B5EF4-FFF2-40B4-BE49-F238E27FC236}">
                    <a16:creationId xmlns:a16="http://schemas.microsoft.com/office/drawing/2014/main" id="{01502E74-699B-089D-19E7-5D262FF9C46D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[44]</a:t>
                </a:r>
              </a:p>
            </p:txBody>
          </p:sp>
          <p:sp>
            <p:nvSpPr>
              <p:cNvPr id="1047" name="CaixaDeTexto 1046">
                <a:extLst>
                  <a:ext uri="{FF2B5EF4-FFF2-40B4-BE49-F238E27FC236}">
                    <a16:creationId xmlns:a16="http://schemas.microsoft.com/office/drawing/2014/main" id="{4BBA680A-CA87-F4B1-8B84-B25290E0E48F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[45]</a:t>
                </a:r>
              </a:p>
            </p:txBody>
          </p:sp>
          <p:sp>
            <p:nvSpPr>
              <p:cNvPr id="1048" name="CaixaDeTexto 1047">
                <a:extLst>
                  <a:ext uri="{FF2B5EF4-FFF2-40B4-BE49-F238E27FC236}">
                    <a16:creationId xmlns:a16="http://schemas.microsoft.com/office/drawing/2014/main" id="{E0534CB7-AF4C-6BE1-4DA1-F9BD34A398D6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[46]</a:t>
                </a:r>
              </a:p>
            </p:txBody>
          </p:sp>
          <p:sp>
            <p:nvSpPr>
              <p:cNvPr id="1049" name="CaixaDeTexto 1048">
                <a:extLst>
                  <a:ext uri="{FF2B5EF4-FFF2-40B4-BE49-F238E27FC236}">
                    <a16:creationId xmlns:a16="http://schemas.microsoft.com/office/drawing/2014/main" id="{B0F5E2E0-D819-49F7-FA46-7297B9419755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[47]</a:t>
                </a:r>
              </a:p>
            </p:txBody>
          </p:sp>
          <p:sp>
            <p:nvSpPr>
              <p:cNvPr id="1050" name="CaixaDeTexto 1049">
                <a:extLst>
                  <a:ext uri="{FF2B5EF4-FFF2-40B4-BE49-F238E27FC236}">
                    <a16:creationId xmlns:a16="http://schemas.microsoft.com/office/drawing/2014/main" id="{58E1277B-94B7-F51A-EC38-37B70C59C703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[48]</a:t>
                </a:r>
              </a:p>
            </p:txBody>
          </p:sp>
          <p:sp>
            <p:nvSpPr>
              <p:cNvPr id="1051" name="CaixaDeTexto 1050">
                <a:extLst>
                  <a:ext uri="{FF2B5EF4-FFF2-40B4-BE49-F238E27FC236}">
                    <a16:creationId xmlns:a16="http://schemas.microsoft.com/office/drawing/2014/main" id="{20BFF057-EBB6-A111-6637-ACF8C7CAA69C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[49]</a:t>
                </a:r>
              </a:p>
            </p:txBody>
          </p:sp>
          <p:sp>
            <p:nvSpPr>
              <p:cNvPr id="1052" name="CaixaDeTexto 1051">
                <a:extLst>
                  <a:ext uri="{FF2B5EF4-FFF2-40B4-BE49-F238E27FC236}">
                    <a16:creationId xmlns:a16="http://schemas.microsoft.com/office/drawing/2014/main" id="{E7AAA5D8-32D2-981D-DF80-890B43752739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[50]</a:t>
                </a:r>
              </a:p>
            </p:txBody>
          </p:sp>
        </p:grpSp>
        <p:grpSp>
          <p:nvGrpSpPr>
            <p:cNvPr id="1053" name="Agrupar 1052">
              <a:extLst>
                <a:ext uri="{FF2B5EF4-FFF2-40B4-BE49-F238E27FC236}">
                  <a16:creationId xmlns:a16="http://schemas.microsoft.com/office/drawing/2014/main" id="{6FA5FA2F-7D6C-B69B-1B21-7196C6A285E7}"/>
                </a:ext>
              </a:extLst>
            </p:cNvPr>
            <p:cNvGrpSpPr/>
            <p:nvPr/>
          </p:nvGrpSpPr>
          <p:grpSpPr>
            <a:xfrm>
              <a:off x="7288883" y="3216624"/>
              <a:ext cx="4416114" cy="307777"/>
              <a:chOff x="7289572" y="2889564"/>
              <a:chExt cx="4416114" cy="307777"/>
            </a:xfrm>
          </p:grpSpPr>
          <p:sp>
            <p:nvSpPr>
              <p:cNvPr id="1054" name="CaixaDeTexto 1053">
                <a:extLst>
                  <a:ext uri="{FF2B5EF4-FFF2-40B4-BE49-F238E27FC236}">
                    <a16:creationId xmlns:a16="http://schemas.microsoft.com/office/drawing/2014/main" id="{6FF8F5EA-7F11-ABBD-23C2-C4B98EFF6B98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[51]</a:t>
                </a:r>
              </a:p>
            </p:txBody>
          </p:sp>
          <p:sp>
            <p:nvSpPr>
              <p:cNvPr id="1055" name="CaixaDeTexto 1054">
                <a:extLst>
                  <a:ext uri="{FF2B5EF4-FFF2-40B4-BE49-F238E27FC236}">
                    <a16:creationId xmlns:a16="http://schemas.microsoft.com/office/drawing/2014/main" id="{0C532C65-EA85-9BF9-3E4D-B0EFD2C19CF9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[52]</a:t>
                </a:r>
              </a:p>
            </p:txBody>
          </p:sp>
          <p:sp>
            <p:nvSpPr>
              <p:cNvPr id="1056" name="CaixaDeTexto 1055">
                <a:extLst>
                  <a:ext uri="{FF2B5EF4-FFF2-40B4-BE49-F238E27FC236}">
                    <a16:creationId xmlns:a16="http://schemas.microsoft.com/office/drawing/2014/main" id="{8E9CC93C-7BFB-2EB4-8BFA-282131E41264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[53]</a:t>
                </a:r>
              </a:p>
            </p:txBody>
          </p:sp>
          <p:sp>
            <p:nvSpPr>
              <p:cNvPr id="1057" name="CaixaDeTexto 1056">
                <a:extLst>
                  <a:ext uri="{FF2B5EF4-FFF2-40B4-BE49-F238E27FC236}">
                    <a16:creationId xmlns:a16="http://schemas.microsoft.com/office/drawing/2014/main" id="{AB5FDBA1-0823-1BCB-7B32-C57A1089846B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[54]</a:t>
                </a:r>
              </a:p>
            </p:txBody>
          </p:sp>
          <p:sp>
            <p:nvSpPr>
              <p:cNvPr id="1058" name="CaixaDeTexto 1057">
                <a:extLst>
                  <a:ext uri="{FF2B5EF4-FFF2-40B4-BE49-F238E27FC236}">
                    <a16:creationId xmlns:a16="http://schemas.microsoft.com/office/drawing/2014/main" id="{7929DDC3-B2CC-21CC-5AF4-F4671A31A9CB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[55]</a:t>
                </a:r>
              </a:p>
            </p:txBody>
          </p:sp>
          <p:sp>
            <p:nvSpPr>
              <p:cNvPr id="1059" name="CaixaDeTexto 1058">
                <a:extLst>
                  <a:ext uri="{FF2B5EF4-FFF2-40B4-BE49-F238E27FC236}">
                    <a16:creationId xmlns:a16="http://schemas.microsoft.com/office/drawing/2014/main" id="{33469063-FE31-F375-6F2E-23B0B8FF9E58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[56]</a:t>
                </a:r>
              </a:p>
            </p:txBody>
          </p:sp>
          <p:sp>
            <p:nvSpPr>
              <p:cNvPr id="1060" name="CaixaDeTexto 1059">
                <a:extLst>
                  <a:ext uri="{FF2B5EF4-FFF2-40B4-BE49-F238E27FC236}">
                    <a16:creationId xmlns:a16="http://schemas.microsoft.com/office/drawing/2014/main" id="{D24F0D02-D63A-0569-D179-1C448D814D79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[57]</a:t>
                </a:r>
              </a:p>
            </p:txBody>
          </p:sp>
          <p:sp>
            <p:nvSpPr>
              <p:cNvPr id="1061" name="CaixaDeTexto 1060">
                <a:extLst>
                  <a:ext uri="{FF2B5EF4-FFF2-40B4-BE49-F238E27FC236}">
                    <a16:creationId xmlns:a16="http://schemas.microsoft.com/office/drawing/2014/main" id="{27617D64-1F07-1120-0404-4DC5B0150141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[58]</a:t>
                </a:r>
              </a:p>
            </p:txBody>
          </p:sp>
          <p:sp>
            <p:nvSpPr>
              <p:cNvPr id="1062" name="CaixaDeTexto 1061">
                <a:extLst>
                  <a:ext uri="{FF2B5EF4-FFF2-40B4-BE49-F238E27FC236}">
                    <a16:creationId xmlns:a16="http://schemas.microsoft.com/office/drawing/2014/main" id="{9B7F4801-3C9F-D177-4316-E08AF86C5628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[59]</a:t>
                </a:r>
              </a:p>
            </p:txBody>
          </p:sp>
          <p:sp>
            <p:nvSpPr>
              <p:cNvPr id="1063" name="CaixaDeTexto 1062">
                <a:extLst>
                  <a:ext uri="{FF2B5EF4-FFF2-40B4-BE49-F238E27FC236}">
                    <a16:creationId xmlns:a16="http://schemas.microsoft.com/office/drawing/2014/main" id="{F82EB12D-D177-8CB6-F68A-A740E3C2D34C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[60]</a:t>
                </a:r>
              </a:p>
            </p:txBody>
          </p:sp>
        </p:grpSp>
        <p:sp>
          <p:nvSpPr>
            <p:cNvPr id="1064" name="CaixaDeTexto 1063">
              <a:extLst>
                <a:ext uri="{FF2B5EF4-FFF2-40B4-BE49-F238E27FC236}">
                  <a16:creationId xmlns:a16="http://schemas.microsoft.com/office/drawing/2014/main" id="{D8E304F6-FB5A-9C62-D86F-85E19F00E35E}"/>
                </a:ext>
              </a:extLst>
            </p:cNvPr>
            <p:cNvSpPr txBox="1"/>
            <p:nvPr/>
          </p:nvSpPr>
          <p:spPr>
            <a:xfrm>
              <a:off x="11210319" y="345751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</a:t>
              </a:r>
              <a:r>
                <a:rPr lang="pt-BR" sz="1400" dirty="0">
                  <a:solidFill>
                    <a:srgbClr val="FFFB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</a:p>
          </p:txBody>
        </p:sp>
        <p:sp>
          <p:nvSpPr>
            <p:cNvPr id="1065" name="CaixaDeTexto 1064">
              <a:extLst>
                <a:ext uri="{FF2B5EF4-FFF2-40B4-BE49-F238E27FC236}">
                  <a16:creationId xmlns:a16="http://schemas.microsoft.com/office/drawing/2014/main" id="{545F3B1D-252E-F02F-7DEE-44DAD82B0033}"/>
                </a:ext>
              </a:extLst>
            </p:cNvPr>
            <p:cNvSpPr txBox="1"/>
            <p:nvPr/>
          </p:nvSpPr>
          <p:spPr>
            <a:xfrm>
              <a:off x="7299482" y="3528388"/>
              <a:ext cx="34188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anular esse jogo, marque ao lado:</a:t>
              </a:r>
            </a:p>
          </p:txBody>
        </p:sp>
        <p:sp>
          <p:nvSpPr>
            <p:cNvPr id="1066" name="CaixaDeTexto 1065">
              <a:extLst>
                <a:ext uri="{FF2B5EF4-FFF2-40B4-BE49-F238E27FC236}">
                  <a16:creationId xmlns:a16="http://schemas.microsoft.com/office/drawing/2014/main" id="{596C80B3-5E85-1374-3D72-759355F6FF4D}"/>
                </a:ext>
              </a:extLst>
            </p:cNvPr>
            <p:cNvSpPr txBox="1"/>
            <p:nvPr/>
          </p:nvSpPr>
          <p:spPr>
            <a:xfrm>
              <a:off x="7186630" y="1396767"/>
              <a:ext cx="46206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dirty="0">
                  <a:solidFill>
                    <a:srgbClr val="2E837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VOCÊ PODE JOGAR MARCANDO EM UM OU NOS DOIS QUADROS ABAIXO.</a:t>
              </a:r>
            </a:p>
          </p:txBody>
        </p:sp>
        <p:sp>
          <p:nvSpPr>
            <p:cNvPr id="1067" name="Retângulo 1066">
              <a:extLst>
                <a:ext uri="{FF2B5EF4-FFF2-40B4-BE49-F238E27FC236}">
                  <a16:creationId xmlns:a16="http://schemas.microsoft.com/office/drawing/2014/main" id="{18502224-29C4-53C3-E6C7-8BF45C971A39}"/>
                </a:ext>
              </a:extLst>
            </p:cNvPr>
            <p:cNvSpPr/>
            <p:nvPr/>
          </p:nvSpPr>
          <p:spPr>
            <a:xfrm>
              <a:off x="7797494" y="1822424"/>
              <a:ext cx="324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8" name="Retângulo 1067">
              <a:extLst>
                <a:ext uri="{FF2B5EF4-FFF2-40B4-BE49-F238E27FC236}">
                  <a16:creationId xmlns:a16="http://schemas.microsoft.com/office/drawing/2014/main" id="{0206343B-F3A4-BE22-D30B-66F359759427}"/>
                </a:ext>
              </a:extLst>
            </p:cNvPr>
            <p:cNvSpPr/>
            <p:nvPr/>
          </p:nvSpPr>
          <p:spPr>
            <a:xfrm>
              <a:off x="8693615" y="1822424"/>
              <a:ext cx="324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9" name="Retângulo 1068">
              <a:extLst>
                <a:ext uri="{FF2B5EF4-FFF2-40B4-BE49-F238E27FC236}">
                  <a16:creationId xmlns:a16="http://schemas.microsoft.com/office/drawing/2014/main" id="{D7B867D0-5477-2F50-9BB8-7C21A6B0CB02}"/>
                </a:ext>
              </a:extLst>
            </p:cNvPr>
            <p:cNvSpPr/>
            <p:nvPr/>
          </p:nvSpPr>
          <p:spPr>
            <a:xfrm>
              <a:off x="7374044" y="1822424"/>
              <a:ext cx="324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0" name="Retângulo 1069">
              <a:extLst>
                <a:ext uri="{FF2B5EF4-FFF2-40B4-BE49-F238E27FC236}">
                  <a16:creationId xmlns:a16="http://schemas.microsoft.com/office/drawing/2014/main" id="{CC76DFC4-2BAA-AA79-34E3-6A2BECDABAC3}"/>
                </a:ext>
              </a:extLst>
            </p:cNvPr>
            <p:cNvSpPr/>
            <p:nvPr/>
          </p:nvSpPr>
          <p:spPr>
            <a:xfrm>
              <a:off x="6939977" y="1822424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1" name="Retângulo 1070">
              <a:extLst>
                <a:ext uri="{FF2B5EF4-FFF2-40B4-BE49-F238E27FC236}">
                  <a16:creationId xmlns:a16="http://schemas.microsoft.com/office/drawing/2014/main" id="{571E2920-73F8-402E-9AF3-70784A66905C}"/>
                </a:ext>
              </a:extLst>
            </p:cNvPr>
            <p:cNvSpPr/>
            <p:nvPr/>
          </p:nvSpPr>
          <p:spPr>
            <a:xfrm>
              <a:off x="6939977" y="208311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2" name="Retângulo 1071">
              <a:extLst>
                <a:ext uri="{FF2B5EF4-FFF2-40B4-BE49-F238E27FC236}">
                  <a16:creationId xmlns:a16="http://schemas.microsoft.com/office/drawing/2014/main" id="{5FD43593-3DAB-8A7F-998C-D33E4BFB6052}"/>
                </a:ext>
              </a:extLst>
            </p:cNvPr>
            <p:cNvSpPr/>
            <p:nvPr/>
          </p:nvSpPr>
          <p:spPr>
            <a:xfrm>
              <a:off x="6939977" y="233679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3" name="Retângulo 1072">
              <a:extLst>
                <a:ext uri="{FF2B5EF4-FFF2-40B4-BE49-F238E27FC236}">
                  <a16:creationId xmlns:a16="http://schemas.microsoft.com/office/drawing/2014/main" id="{D4ADDB33-0B65-5FF8-275C-183586ECD82B}"/>
                </a:ext>
              </a:extLst>
            </p:cNvPr>
            <p:cNvSpPr/>
            <p:nvPr/>
          </p:nvSpPr>
          <p:spPr>
            <a:xfrm>
              <a:off x="6939977" y="259047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4" name="Retângulo 1073">
              <a:extLst>
                <a:ext uri="{FF2B5EF4-FFF2-40B4-BE49-F238E27FC236}">
                  <a16:creationId xmlns:a16="http://schemas.microsoft.com/office/drawing/2014/main" id="{DE436EBE-79BA-06A2-8115-084E8FC271F2}"/>
                </a:ext>
              </a:extLst>
            </p:cNvPr>
            <p:cNvSpPr/>
            <p:nvPr/>
          </p:nvSpPr>
          <p:spPr>
            <a:xfrm>
              <a:off x="6939977" y="284415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5" name="Retângulo 1074">
              <a:extLst>
                <a:ext uri="{FF2B5EF4-FFF2-40B4-BE49-F238E27FC236}">
                  <a16:creationId xmlns:a16="http://schemas.microsoft.com/office/drawing/2014/main" id="{7AA5E315-9317-8266-A3FA-15B039D1DC7F}"/>
                </a:ext>
              </a:extLst>
            </p:cNvPr>
            <p:cNvSpPr/>
            <p:nvPr/>
          </p:nvSpPr>
          <p:spPr>
            <a:xfrm>
              <a:off x="6939977" y="309783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6" name="Retângulo 1075">
              <a:extLst>
                <a:ext uri="{FF2B5EF4-FFF2-40B4-BE49-F238E27FC236}">
                  <a16:creationId xmlns:a16="http://schemas.microsoft.com/office/drawing/2014/main" id="{5D91EA81-AD09-8A20-81BF-939E6B37BC4A}"/>
                </a:ext>
              </a:extLst>
            </p:cNvPr>
            <p:cNvSpPr/>
            <p:nvPr/>
          </p:nvSpPr>
          <p:spPr>
            <a:xfrm>
              <a:off x="6939977" y="335151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7" name="Retângulo 1076">
              <a:extLst>
                <a:ext uri="{FF2B5EF4-FFF2-40B4-BE49-F238E27FC236}">
                  <a16:creationId xmlns:a16="http://schemas.microsoft.com/office/drawing/2014/main" id="{583F7634-3D53-178D-3AF1-85E600D26B9E}"/>
                </a:ext>
              </a:extLst>
            </p:cNvPr>
            <p:cNvSpPr/>
            <p:nvPr/>
          </p:nvSpPr>
          <p:spPr>
            <a:xfrm>
              <a:off x="6939977" y="3605193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8" name="Retângulo 1077">
              <a:extLst>
                <a:ext uri="{FF2B5EF4-FFF2-40B4-BE49-F238E27FC236}">
                  <a16:creationId xmlns:a16="http://schemas.microsoft.com/office/drawing/2014/main" id="{14D811D2-71EA-4FDE-8613-946330CC5861}"/>
                </a:ext>
              </a:extLst>
            </p:cNvPr>
            <p:cNvSpPr/>
            <p:nvPr/>
          </p:nvSpPr>
          <p:spPr>
            <a:xfrm>
              <a:off x="7198996" y="4064122"/>
              <a:ext cx="4608254" cy="1836000"/>
            </a:xfrm>
            <a:prstGeom prst="rect">
              <a:avLst/>
            </a:prstGeom>
            <a:solidFill>
              <a:srgbClr val="FFFB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079" name="Agrupar 1078">
              <a:extLst>
                <a:ext uri="{FF2B5EF4-FFF2-40B4-BE49-F238E27FC236}">
                  <a16:creationId xmlns:a16="http://schemas.microsoft.com/office/drawing/2014/main" id="{DBAF8411-8E8E-35ED-0C30-602904D5F682}"/>
                </a:ext>
              </a:extLst>
            </p:cNvPr>
            <p:cNvGrpSpPr/>
            <p:nvPr/>
          </p:nvGrpSpPr>
          <p:grpSpPr>
            <a:xfrm>
              <a:off x="7289238" y="4084610"/>
              <a:ext cx="4416114" cy="307777"/>
              <a:chOff x="7289572" y="2889564"/>
              <a:chExt cx="4416114" cy="307777"/>
            </a:xfrm>
          </p:grpSpPr>
          <p:sp>
            <p:nvSpPr>
              <p:cNvPr id="1080" name="CaixaDeTexto 1079">
                <a:extLst>
                  <a:ext uri="{FF2B5EF4-FFF2-40B4-BE49-F238E27FC236}">
                    <a16:creationId xmlns:a16="http://schemas.microsoft.com/office/drawing/2014/main" id="{4EB01CCB-389A-E2A8-4B01-4511A7B3840F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[01]</a:t>
                </a:r>
              </a:p>
            </p:txBody>
          </p:sp>
          <p:sp>
            <p:nvSpPr>
              <p:cNvPr id="1081" name="CaixaDeTexto 1080">
                <a:extLst>
                  <a:ext uri="{FF2B5EF4-FFF2-40B4-BE49-F238E27FC236}">
                    <a16:creationId xmlns:a16="http://schemas.microsoft.com/office/drawing/2014/main" id="{449E339E-0A10-F37C-5FD4-B7A5C4B9A507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[02]</a:t>
                </a:r>
              </a:p>
            </p:txBody>
          </p:sp>
          <p:sp>
            <p:nvSpPr>
              <p:cNvPr id="1082" name="CaixaDeTexto 1081">
                <a:extLst>
                  <a:ext uri="{FF2B5EF4-FFF2-40B4-BE49-F238E27FC236}">
                    <a16:creationId xmlns:a16="http://schemas.microsoft.com/office/drawing/2014/main" id="{EBF2D835-6FF6-B2B3-22F9-5001BC70C81C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[03]</a:t>
                </a:r>
              </a:p>
            </p:txBody>
          </p:sp>
          <p:sp>
            <p:nvSpPr>
              <p:cNvPr id="1083" name="CaixaDeTexto 1082">
                <a:extLst>
                  <a:ext uri="{FF2B5EF4-FFF2-40B4-BE49-F238E27FC236}">
                    <a16:creationId xmlns:a16="http://schemas.microsoft.com/office/drawing/2014/main" id="{EB4A3E4E-A1B9-3894-56C9-8C74F8583233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[04]</a:t>
                </a:r>
              </a:p>
            </p:txBody>
          </p:sp>
          <p:sp>
            <p:nvSpPr>
              <p:cNvPr id="1084" name="CaixaDeTexto 1083">
                <a:extLst>
                  <a:ext uri="{FF2B5EF4-FFF2-40B4-BE49-F238E27FC236}">
                    <a16:creationId xmlns:a16="http://schemas.microsoft.com/office/drawing/2014/main" id="{0FA16AE2-4839-7998-FE07-468B251F76F4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[05]</a:t>
                </a:r>
              </a:p>
            </p:txBody>
          </p:sp>
          <p:sp>
            <p:nvSpPr>
              <p:cNvPr id="1085" name="CaixaDeTexto 1084">
                <a:extLst>
                  <a:ext uri="{FF2B5EF4-FFF2-40B4-BE49-F238E27FC236}">
                    <a16:creationId xmlns:a16="http://schemas.microsoft.com/office/drawing/2014/main" id="{7B14B50C-8155-AA7D-E1A4-BB069B86C4B7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[06]</a:t>
                </a:r>
              </a:p>
            </p:txBody>
          </p:sp>
          <p:sp>
            <p:nvSpPr>
              <p:cNvPr id="1086" name="CaixaDeTexto 1085">
                <a:extLst>
                  <a:ext uri="{FF2B5EF4-FFF2-40B4-BE49-F238E27FC236}">
                    <a16:creationId xmlns:a16="http://schemas.microsoft.com/office/drawing/2014/main" id="{5D00DEB0-C3B0-D4CB-14D3-A58DF2DE5FE1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[07]</a:t>
                </a:r>
              </a:p>
            </p:txBody>
          </p:sp>
          <p:sp>
            <p:nvSpPr>
              <p:cNvPr id="1087" name="CaixaDeTexto 1086">
                <a:extLst>
                  <a:ext uri="{FF2B5EF4-FFF2-40B4-BE49-F238E27FC236}">
                    <a16:creationId xmlns:a16="http://schemas.microsoft.com/office/drawing/2014/main" id="{19D495CE-0AF4-BB4D-93E0-80CA57DE13F6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[08]</a:t>
                </a:r>
              </a:p>
            </p:txBody>
          </p:sp>
          <p:sp>
            <p:nvSpPr>
              <p:cNvPr id="1088" name="CaixaDeTexto 1087">
                <a:extLst>
                  <a:ext uri="{FF2B5EF4-FFF2-40B4-BE49-F238E27FC236}">
                    <a16:creationId xmlns:a16="http://schemas.microsoft.com/office/drawing/2014/main" id="{5B2E9AA2-7069-1FDB-51EE-4CF11395F786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[09]</a:t>
                </a:r>
              </a:p>
            </p:txBody>
          </p:sp>
          <p:sp>
            <p:nvSpPr>
              <p:cNvPr id="1089" name="CaixaDeTexto 1088">
                <a:extLst>
                  <a:ext uri="{FF2B5EF4-FFF2-40B4-BE49-F238E27FC236}">
                    <a16:creationId xmlns:a16="http://schemas.microsoft.com/office/drawing/2014/main" id="{E74DEC65-6D7A-D064-1BF1-FEBDC0D3985A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[10]</a:t>
                </a:r>
              </a:p>
            </p:txBody>
          </p:sp>
        </p:grpSp>
        <p:grpSp>
          <p:nvGrpSpPr>
            <p:cNvPr id="1090" name="Agrupar 1089">
              <a:extLst>
                <a:ext uri="{FF2B5EF4-FFF2-40B4-BE49-F238E27FC236}">
                  <a16:creationId xmlns:a16="http://schemas.microsoft.com/office/drawing/2014/main" id="{02EE7836-7CD6-F3C8-6711-FEEBD939C59E}"/>
                </a:ext>
              </a:extLst>
            </p:cNvPr>
            <p:cNvGrpSpPr/>
            <p:nvPr/>
          </p:nvGrpSpPr>
          <p:grpSpPr>
            <a:xfrm>
              <a:off x="7289238" y="4329557"/>
              <a:ext cx="4416114" cy="307777"/>
              <a:chOff x="7289572" y="2889564"/>
              <a:chExt cx="4416114" cy="307777"/>
            </a:xfrm>
          </p:grpSpPr>
          <p:sp>
            <p:nvSpPr>
              <p:cNvPr id="1091" name="CaixaDeTexto 1090">
                <a:extLst>
                  <a:ext uri="{FF2B5EF4-FFF2-40B4-BE49-F238E27FC236}">
                    <a16:creationId xmlns:a16="http://schemas.microsoft.com/office/drawing/2014/main" id="{EDB6D457-BF27-A85A-F656-7670A371E5F3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[11]</a:t>
                </a:r>
              </a:p>
            </p:txBody>
          </p:sp>
          <p:sp>
            <p:nvSpPr>
              <p:cNvPr id="1092" name="CaixaDeTexto 1091">
                <a:extLst>
                  <a:ext uri="{FF2B5EF4-FFF2-40B4-BE49-F238E27FC236}">
                    <a16:creationId xmlns:a16="http://schemas.microsoft.com/office/drawing/2014/main" id="{462EC400-1462-AD2F-43FC-77EBC7239E51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[12]</a:t>
                </a:r>
              </a:p>
            </p:txBody>
          </p:sp>
          <p:sp>
            <p:nvSpPr>
              <p:cNvPr id="1093" name="CaixaDeTexto 1092">
                <a:extLst>
                  <a:ext uri="{FF2B5EF4-FFF2-40B4-BE49-F238E27FC236}">
                    <a16:creationId xmlns:a16="http://schemas.microsoft.com/office/drawing/2014/main" id="{DDA9B59C-83BF-4037-F39D-00C5273533FD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[13]</a:t>
                </a:r>
              </a:p>
            </p:txBody>
          </p:sp>
          <p:sp>
            <p:nvSpPr>
              <p:cNvPr id="1094" name="CaixaDeTexto 1093">
                <a:extLst>
                  <a:ext uri="{FF2B5EF4-FFF2-40B4-BE49-F238E27FC236}">
                    <a16:creationId xmlns:a16="http://schemas.microsoft.com/office/drawing/2014/main" id="{7B614414-8227-A9B1-40E8-65B25F93F4C6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[14]</a:t>
                </a:r>
              </a:p>
            </p:txBody>
          </p:sp>
          <p:sp>
            <p:nvSpPr>
              <p:cNvPr id="1095" name="CaixaDeTexto 1094">
                <a:extLst>
                  <a:ext uri="{FF2B5EF4-FFF2-40B4-BE49-F238E27FC236}">
                    <a16:creationId xmlns:a16="http://schemas.microsoft.com/office/drawing/2014/main" id="{66847D73-9AEF-7999-76D5-E77FF9356A83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[15]</a:t>
                </a:r>
              </a:p>
            </p:txBody>
          </p:sp>
          <p:sp>
            <p:nvSpPr>
              <p:cNvPr id="1096" name="CaixaDeTexto 1095">
                <a:extLst>
                  <a:ext uri="{FF2B5EF4-FFF2-40B4-BE49-F238E27FC236}">
                    <a16:creationId xmlns:a16="http://schemas.microsoft.com/office/drawing/2014/main" id="{3DAE5D47-BDC8-38D4-B6DE-C05A35A33F92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[16]</a:t>
                </a:r>
              </a:p>
            </p:txBody>
          </p:sp>
          <p:sp>
            <p:nvSpPr>
              <p:cNvPr id="1097" name="CaixaDeTexto 1096">
                <a:extLst>
                  <a:ext uri="{FF2B5EF4-FFF2-40B4-BE49-F238E27FC236}">
                    <a16:creationId xmlns:a16="http://schemas.microsoft.com/office/drawing/2014/main" id="{B894BA54-8338-EAD6-1F31-A60CA67BF460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[17]</a:t>
                </a:r>
              </a:p>
            </p:txBody>
          </p:sp>
          <p:sp>
            <p:nvSpPr>
              <p:cNvPr id="1098" name="CaixaDeTexto 1097">
                <a:extLst>
                  <a:ext uri="{FF2B5EF4-FFF2-40B4-BE49-F238E27FC236}">
                    <a16:creationId xmlns:a16="http://schemas.microsoft.com/office/drawing/2014/main" id="{2E0752CE-EC6A-AC44-E880-AEE63B09ABF7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[18]</a:t>
                </a:r>
              </a:p>
            </p:txBody>
          </p:sp>
          <p:sp>
            <p:nvSpPr>
              <p:cNvPr id="1099" name="CaixaDeTexto 1098">
                <a:extLst>
                  <a:ext uri="{FF2B5EF4-FFF2-40B4-BE49-F238E27FC236}">
                    <a16:creationId xmlns:a16="http://schemas.microsoft.com/office/drawing/2014/main" id="{D8DE3E00-9742-B193-9702-95DC54D421D8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[19]</a:t>
                </a:r>
              </a:p>
            </p:txBody>
          </p:sp>
          <p:sp>
            <p:nvSpPr>
              <p:cNvPr id="1100" name="CaixaDeTexto 1099">
                <a:extLst>
                  <a:ext uri="{FF2B5EF4-FFF2-40B4-BE49-F238E27FC236}">
                    <a16:creationId xmlns:a16="http://schemas.microsoft.com/office/drawing/2014/main" id="{FC3DAE90-20B4-41D5-7328-52946910344A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[20]</a:t>
                </a:r>
              </a:p>
            </p:txBody>
          </p:sp>
        </p:grpSp>
        <p:grpSp>
          <p:nvGrpSpPr>
            <p:cNvPr id="1101" name="Agrupar 1100">
              <a:extLst>
                <a:ext uri="{FF2B5EF4-FFF2-40B4-BE49-F238E27FC236}">
                  <a16:creationId xmlns:a16="http://schemas.microsoft.com/office/drawing/2014/main" id="{7F0DD75E-285F-9583-318B-4978EFBB825E}"/>
                </a:ext>
              </a:extLst>
            </p:cNvPr>
            <p:cNvGrpSpPr/>
            <p:nvPr/>
          </p:nvGrpSpPr>
          <p:grpSpPr>
            <a:xfrm>
              <a:off x="7289238" y="4574504"/>
              <a:ext cx="4416114" cy="307777"/>
              <a:chOff x="7289572" y="2889564"/>
              <a:chExt cx="4416114" cy="307777"/>
            </a:xfrm>
          </p:grpSpPr>
          <p:sp>
            <p:nvSpPr>
              <p:cNvPr id="1102" name="CaixaDeTexto 1101">
                <a:extLst>
                  <a:ext uri="{FF2B5EF4-FFF2-40B4-BE49-F238E27FC236}">
                    <a16:creationId xmlns:a16="http://schemas.microsoft.com/office/drawing/2014/main" id="{F6956563-3CC4-0F4D-1941-6C5F1E61AB28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[21]</a:t>
                </a:r>
              </a:p>
            </p:txBody>
          </p:sp>
          <p:sp>
            <p:nvSpPr>
              <p:cNvPr id="1103" name="CaixaDeTexto 1102">
                <a:extLst>
                  <a:ext uri="{FF2B5EF4-FFF2-40B4-BE49-F238E27FC236}">
                    <a16:creationId xmlns:a16="http://schemas.microsoft.com/office/drawing/2014/main" id="{8CCFCB1D-3E12-87BC-F5D1-2897534FE0E2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[22]</a:t>
                </a:r>
              </a:p>
            </p:txBody>
          </p:sp>
          <p:sp>
            <p:nvSpPr>
              <p:cNvPr id="1104" name="CaixaDeTexto 1103">
                <a:extLst>
                  <a:ext uri="{FF2B5EF4-FFF2-40B4-BE49-F238E27FC236}">
                    <a16:creationId xmlns:a16="http://schemas.microsoft.com/office/drawing/2014/main" id="{60B7B365-A0E3-A1E4-F110-6ABB73AFB0DB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[23]</a:t>
                </a:r>
              </a:p>
            </p:txBody>
          </p:sp>
          <p:sp>
            <p:nvSpPr>
              <p:cNvPr id="1105" name="CaixaDeTexto 1104">
                <a:extLst>
                  <a:ext uri="{FF2B5EF4-FFF2-40B4-BE49-F238E27FC236}">
                    <a16:creationId xmlns:a16="http://schemas.microsoft.com/office/drawing/2014/main" id="{78A84D86-A923-4612-F667-034F9223E032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[24]</a:t>
                </a:r>
              </a:p>
            </p:txBody>
          </p:sp>
          <p:sp>
            <p:nvSpPr>
              <p:cNvPr id="1106" name="CaixaDeTexto 1105">
                <a:extLst>
                  <a:ext uri="{FF2B5EF4-FFF2-40B4-BE49-F238E27FC236}">
                    <a16:creationId xmlns:a16="http://schemas.microsoft.com/office/drawing/2014/main" id="{8DAB0550-1D51-9824-B448-1223991F9A7B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[25]</a:t>
                </a:r>
              </a:p>
            </p:txBody>
          </p:sp>
          <p:sp>
            <p:nvSpPr>
              <p:cNvPr id="1107" name="CaixaDeTexto 1106">
                <a:extLst>
                  <a:ext uri="{FF2B5EF4-FFF2-40B4-BE49-F238E27FC236}">
                    <a16:creationId xmlns:a16="http://schemas.microsoft.com/office/drawing/2014/main" id="{16521081-6C9C-CB36-972D-6DB17C9E73F3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[26]</a:t>
                </a:r>
              </a:p>
            </p:txBody>
          </p:sp>
          <p:sp>
            <p:nvSpPr>
              <p:cNvPr id="1108" name="CaixaDeTexto 1107">
                <a:extLst>
                  <a:ext uri="{FF2B5EF4-FFF2-40B4-BE49-F238E27FC236}">
                    <a16:creationId xmlns:a16="http://schemas.microsoft.com/office/drawing/2014/main" id="{B38F1D28-2BD2-2615-54C7-52B203C40A69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[27]</a:t>
                </a:r>
              </a:p>
            </p:txBody>
          </p:sp>
          <p:sp>
            <p:nvSpPr>
              <p:cNvPr id="1109" name="CaixaDeTexto 1108">
                <a:extLst>
                  <a:ext uri="{FF2B5EF4-FFF2-40B4-BE49-F238E27FC236}">
                    <a16:creationId xmlns:a16="http://schemas.microsoft.com/office/drawing/2014/main" id="{552A5C4A-E9DC-BA17-EF18-58FD13EC8816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[28]</a:t>
                </a:r>
              </a:p>
            </p:txBody>
          </p:sp>
          <p:sp>
            <p:nvSpPr>
              <p:cNvPr id="1110" name="CaixaDeTexto 1109">
                <a:extLst>
                  <a:ext uri="{FF2B5EF4-FFF2-40B4-BE49-F238E27FC236}">
                    <a16:creationId xmlns:a16="http://schemas.microsoft.com/office/drawing/2014/main" id="{233FE98F-C6C3-54D8-3A17-684BBAC0239C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[29]</a:t>
                </a:r>
              </a:p>
            </p:txBody>
          </p:sp>
          <p:sp>
            <p:nvSpPr>
              <p:cNvPr id="1111" name="CaixaDeTexto 1110">
                <a:extLst>
                  <a:ext uri="{FF2B5EF4-FFF2-40B4-BE49-F238E27FC236}">
                    <a16:creationId xmlns:a16="http://schemas.microsoft.com/office/drawing/2014/main" id="{56D528A0-8B57-60DE-FE72-BF94FDADD3D3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[30]</a:t>
                </a:r>
              </a:p>
            </p:txBody>
          </p:sp>
        </p:grpSp>
        <p:grpSp>
          <p:nvGrpSpPr>
            <p:cNvPr id="1112" name="Agrupar 1111">
              <a:extLst>
                <a:ext uri="{FF2B5EF4-FFF2-40B4-BE49-F238E27FC236}">
                  <a16:creationId xmlns:a16="http://schemas.microsoft.com/office/drawing/2014/main" id="{B128ECD0-A7DC-0A2F-9DB3-8139F3E2E272}"/>
                </a:ext>
              </a:extLst>
            </p:cNvPr>
            <p:cNvGrpSpPr/>
            <p:nvPr/>
          </p:nvGrpSpPr>
          <p:grpSpPr>
            <a:xfrm>
              <a:off x="7289238" y="4819451"/>
              <a:ext cx="4416114" cy="307777"/>
              <a:chOff x="7289572" y="2889564"/>
              <a:chExt cx="4416114" cy="307777"/>
            </a:xfrm>
          </p:grpSpPr>
          <p:sp>
            <p:nvSpPr>
              <p:cNvPr id="1113" name="CaixaDeTexto 1112">
                <a:extLst>
                  <a:ext uri="{FF2B5EF4-FFF2-40B4-BE49-F238E27FC236}">
                    <a16:creationId xmlns:a16="http://schemas.microsoft.com/office/drawing/2014/main" id="{BEDF4325-EE0C-8CFF-1574-C697F0F860CC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[31]</a:t>
                </a:r>
              </a:p>
            </p:txBody>
          </p:sp>
          <p:sp>
            <p:nvSpPr>
              <p:cNvPr id="1114" name="CaixaDeTexto 1113">
                <a:extLst>
                  <a:ext uri="{FF2B5EF4-FFF2-40B4-BE49-F238E27FC236}">
                    <a16:creationId xmlns:a16="http://schemas.microsoft.com/office/drawing/2014/main" id="{FEB61028-3653-6A79-6799-2C32A8168A96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[32]</a:t>
                </a:r>
              </a:p>
            </p:txBody>
          </p:sp>
          <p:sp>
            <p:nvSpPr>
              <p:cNvPr id="1115" name="CaixaDeTexto 1114">
                <a:extLst>
                  <a:ext uri="{FF2B5EF4-FFF2-40B4-BE49-F238E27FC236}">
                    <a16:creationId xmlns:a16="http://schemas.microsoft.com/office/drawing/2014/main" id="{74F92678-DB13-E0D6-525F-209DE418DC53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[33]</a:t>
                </a:r>
              </a:p>
            </p:txBody>
          </p:sp>
          <p:sp>
            <p:nvSpPr>
              <p:cNvPr id="1116" name="CaixaDeTexto 1115">
                <a:extLst>
                  <a:ext uri="{FF2B5EF4-FFF2-40B4-BE49-F238E27FC236}">
                    <a16:creationId xmlns:a16="http://schemas.microsoft.com/office/drawing/2014/main" id="{FE04706E-361D-A6BB-3536-15C62F47ED09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[34]</a:t>
                </a:r>
              </a:p>
            </p:txBody>
          </p:sp>
          <p:sp>
            <p:nvSpPr>
              <p:cNvPr id="1117" name="CaixaDeTexto 1116">
                <a:extLst>
                  <a:ext uri="{FF2B5EF4-FFF2-40B4-BE49-F238E27FC236}">
                    <a16:creationId xmlns:a16="http://schemas.microsoft.com/office/drawing/2014/main" id="{32033CF8-EFF5-E10A-F08A-BE7C92E87E41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[35]</a:t>
                </a:r>
              </a:p>
            </p:txBody>
          </p:sp>
          <p:sp>
            <p:nvSpPr>
              <p:cNvPr id="1118" name="CaixaDeTexto 1117">
                <a:extLst>
                  <a:ext uri="{FF2B5EF4-FFF2-40B4-BE49-F238E27FC236}">
                    <a16:creationId xmlns:a16="http://schemas.microsoft.com/office/drawing/2014/main" id="{E459AD20-7DA4-1F3B-317B-D48985C7BA4D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[36]</a:t>
                </a:r>
              </a:p>
            </p:txBody>
          </p:sp>
          <p:sp>
            <p:nvSpPr>
              <p:cNvPr id="1119" name="CaixaDeTexto 1118">
                <a:extLst>
                  <a:ext uri="{FF2B5EF4-FFF2-40B4-BE49-F238E27FC236}">
                    <a16:creationId xmlns:a16="http://schemas.microsoft.com/office/drawing/2014/main" id="{D4B0674F-7426-FB33-82DD-DBC44CC24198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[37]</a:t>
                </a:r>
              </a:p>
            </p:txBody>
          </p:sp>
          <p:sp>
            <p:nvSpPr>
              <p:cNvPr id="1120" name="CaixaDeTexto 1119">
                <a:extLst>
                  <a:ext uri="{FF2B5EF4-FFF2-40B4-BE49-F238E27FC236}">
                    <a16:creationId xmlns:a16="http://schemas.microsoft.com/office/drawing/2014/main" id="{CB65E385-4ADF-39A7-7632-E553B5D72D2C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[38]</a:t>
                </a:r>
              </a:p>
            </p:txBody>
          </p:sp>
          <p:sp>
            <p:nvSpPr>
              <p:cNvPr id="1121" name="CaixaDeTexto 1120">
                <a:extLst>
                  <a:ext uri="{FF2B5EF4-FFF2-40B4-BE49-F238E27FC236}">
                    <a16:creationId xmlns:a16="http://schemas.microsoft.com/office/drawing/2014/main" id="{D88BCBCD-1BBE-6CE9-BADE-4E36713C6983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[39]</a:t>
                </a:r>
              </a:p>
            </p:txBody>
          </p:sp>
          <p:sp>
            <p:nvSpPr>
              <p:cNvPr id="1122" name="CaixaDeTexto 1121">
                <a:extLst>
                  <a:ext uri="{FF2B5EF4-FFF2-40B4-BE49-F238E27FC236}">
                    <a16:creationId xmlns:a16="http://schemas.microsoft.com/office/drawing/2014/main" id="{A364D34B-72D4-F13E-AF5C-A8E09F823A87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[40]</a:t>
                </a:r>
              </a:p>
            </p:txBody>
          </p:sp>
        </p:grpSp>
        <p:grpSp>
          <p:nvGrpSpPr>
            <p:cNvPr id="1123" name="Agrupar 1122">
              <a:extLst>
                <a:ext uri="{FF2B5EF4-FFF2-40B4-BE49-F238E27FC236}">
                  <a16:creationId xmlns:a16="http://schemas.microsoft.com/office/drawing/2014/main" id="{2310DBC5-C6CB-8AC2-5600-96EB67F563B2}"/>
                </a:ext>
              </a:extLst>
            </p:cNvPr>
            <p:cNvGrpSpPr/>
            <p:nvPr/>
          </p:nvGrpSpPr>
          <p:grpSpPr>
            <a:xfrm>
              <a:off x="7289238" y="5064398"/>
              <a:ext cx="4416114" cy="307777"/>
              <a:chOff x="7289572" y="2889564"/>
              <a:chExt cx="4416114" cy="307777"/>
            </a:xfrm>
          </p:grpSpPr>
          <p:sp>
            <p:nvSpPr>
              <p:cNvPr id="1124" name="CaixaDeTexto 1123">
                <a:extLst>
                  <a:ext uri="{FF2B5EF4-FFF2-40B4-BE49-F238E27FC236}">
                    <a16:creationId xmlns:a16="http://schemas.microsoft.com/office/drawing/2014/main" id="{AAEA9576-2908-4044-B4DE-562699C60095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[41]</a:t>
                </a:r>
              </a:p>
            </p:txBody>
          </p:sp>
          <p:sp>
            <p:nvSpPr>
              <p:cNvPr id="1125" name="CaixaDeTexto 1124">
                <a:extLst>
                  <a:ext uri="{FF2B5EF4-FFF2-40B4-BE49-F238E27FC236}">
                    <a16:creationId xmlns:a16="http://schemas.microsoft.com/office/drawing/2014/main" id="{45043901-D262-4ADB-26F7-44C0F0F71954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[42]</a:t>
                </a:r>
              </a:p>
            </p:txBody>
          </p:sp>
          <p:sp>
            <p:nvSpPr>
              <p:cNvPr id="1126" name="CaixaDeTexto 1125">
                <a:extLst>
                  <a:ext uri="{FF2B5EF4-FFF2-40B4-BE49-F238E27FC236}">
                    <a16:creationId xmlns:a16="http://schemas.microsoft.com/office/drawing/2014/main" id="{B126B5F5-21F4-4443-D12A-9A496633B258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[43]</a:t>
                </a:r>
              </a:p>
            </p:txBody>
          </p:sp>
          <p:sp>
            <p:nvSpPr>
              <p:cNvPr id="1127" name="CaixaDeTexto 1126">
                <a:extLst>
                  <a:ext uri="{FF2B5EF4-FFF2-40B4-BE49-F238E27FC236}">
                    <a16:creationId xmlns:a16="http://schemas.microsoft.com/office/drawing/2014/main" id="{EC453260-DD52-2477-56EE-D5D08BE99F5B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[44]</a:t>
                </a:r>
              </a:p>
            </p:txBody>
          </p:sp>
          <p:sp>
            <p:nvSpPr>
              <p:cNvPr id="1128" name="CaixaDeTexto 1127">
                <a:extLst>
                  <a:ext uri="{FF2B5EF4-FFF2-40B4-BE49-F238E27FC236}">
                    <a16:creationId xmlns:a16="http://schemas.microsoft.com/office/drawing/2014/main" id="{3ADB7866-0957-433F-E1F4-3CAA2072C7C5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[45]</a:t>
                </a:r>
              </a:p>
            </p:txBody>
          </p:sp>
          <p:sp>
            <p:nvSpPr>
              <p:cNvPr id="1129" name="CaixaDeTexto 1128">
                <a:extLst>
                  <a:ext uri="{FF2B5EF4-FFF2-40B4-BE49-F238E27FC236}">
                    <a16:creationId xmlns:a16="http://schemas.microsoft.com/office/drawing/2014/main" id="{5BC99F91-83BC-08DA-B960-00C735F665FD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[46]</a:t>
                </a:r>
              </a:p>
            </p:txBody>
          </p:sp>
          <p:sp>
            <p:nvSpPr>
              <p:cNvPr id="1130" name="CaixaDeTexto 1129">
                <a:extLst>
                  <a:ext uri="{FF2B5EF4-FFF2-40B4-BE49-F238E27FC236}">
                    <a16:creationId xmlns:a16="http://schemas.microsoft.com/office/drawing/2014/main" id="{493DFA2C-5FAD-EAD0-C6CF-EF50BAB8B913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[47]</a:t>
                </a:r>
              </a:p>
            </p:txBody>
          </p:sp>
          <p:sp>
            <p:nvSpPr>
              <p:cNvPr id="1131" name="CaixaDeTexto 1130">
                <a:extLst>
                  <a:ext uri="{FF2B5EF4-FFF2-40B4-BE49-F238E27FC236}">
                    <a16:creationId xmlns:a16="http://schemas.microsoft.com/office/drawing/2014/main" id="{672BCAE8-6044-CB9C-3A96-94C28D1F7B97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[48]</a:t>
                </a:r>
              </a:p>
            </p:txBody>
          </p:sp>
          <p:sp>
            <p:nvSpPr>
              <p:cNvPr id="1132" name="CaixaDeTexto 1131">
                <a:extLst>
                  <a:ext uri="{FF2B5EF4-FFF2-40B4-BE49-F238E27FC236}">
                    <a16:creationId xmlns:a16="http://schemas.microsoft.com/office/drawing/2014/main" id="{E5FBC455-F74C-8E16-D027-16AF11E48832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[49]</a:t>
                </a:r>
              </a:p>
            </p:txBody>
          </p:sp>
          <p:sp>
            <p:nvSpPr>
              <p:cNvPr id="1133" name="CaixaDeTexto 1132">
                <a:extLst>
                  <a:ext uri="{FF2B5EF4-FFF2-40B4-BE49-F238E27FC236}">
                    <a16:creationId xmlns:a16="http://schemas.microsoft.com/office/drawing/2014/main" id="{0C4835C7-CD10-16D8-3C6A-73A1767749B5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[50]</a:t>
                </a:r>
              </a:p>
            </p:txBody>
          </p:sp>
        </p:grpSp>
        <p:grpSp>
          <p:nvGrpSpPr>
            <p:cNvPr id="1134" name="Agrupar 1133">
              <a:extLst>
                <a:ext uri="{FF2B5EF4-FFF2-40B4-BE49-F238E27FC236}">
                  <a16:creationId xmlns:a16="http://schemas.microsoft.com/office/drawing/2014/main" id="{4A260C0E-3602-84C1-165A-A0724EDF05A9}"/>
                </a:ext>
              </a:extLst>
            </p:cNvPr>
            <p:cNvGrpSpPr/>
            <p:nvPr/>
          </p:nvGrpSpPr>
          <p:grpSpPr>
            <a:xfrm>
              <a:off x="7288883" y="5309344"/>
              <a:ext cx="4416114" cy="307777"/>
              <a:chOff x="7289572" y="2889564"/>
              <a:chExt cx="4416114" cy="307777"/>
            </a:xfrm>
          </p:grpSpPr>
          <p:sp>
            <p:nvSpPr>
              <p:cNvPr id="1135" name="CaixaDeTexto 1134">
                <a:extLst>
                  <a:ext uri="{FF2B5EF4-FFF2-40B4-BE49-F238E27FC236}">
                    <a16:creationId xmlns:a16="http://schemas.microsoft.com/office/drawing/2014/main" id="{4F935847-A588-2E9F-9E2D-8EDF45A0C20C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[51]</a:t>
                </a:r>
              </a:p>
            </p:txBody>
          </p:sp>
          <p:sp>
            <p:nvSpPr>
              <p:cNvPr id="1136" name="CaixaDeTexto 1135">
                <a:extLst>
                  <a:ext uri="{FF2B5EF4-FFF2-40B4-BE49-F238E27FC236}">
                    <a16:creationId xmlns:a16="http://schemas.microsoft.com/office/drawing/2014/main" id="{F76A8131-A983-0250-2511-8D5D9B2EBC53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[52]</a:t>
                </a:r>
              </a:p>
            </p:txBody>
          </p:sp>
          <p:sp>
            <p:nvSpPr>
              <p:cNvPr id="1137" name="CaixaDeTexto 1136">
                <a:extLst>
                  <a:ext uri="{FF2B5EF4-FFF2-40B4-BE49-F238E27FC236}">
                    <a16:creationId xmlns:a16="http://schemas.microsoft.com/office/drawing/2014/main" id="{166E03FD-BEC0-7C5D-05A2-2B2B2540E4F4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[53]</a:t>
                </a:r>
              </a:p>
            </p:txBody>
          </p:sp>
          <p:sp>
            <p:nvSpPr>
              <p:cNvPr id="1138" name="CaixaDeTexto 1137">
                <a:extLst>
                  <a:ext uri="{FF2B5EF4-FFF2-40B4-BE49-F238E27FC236}">
                    <a16:creationId xmlns:a16="http://schemas.microsoft.com/office/drawing/2014/main" id="{B03CAF73-6BB0-9E54-08F6-70CBD007E722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[54]</a:t>
                </a:r>
              </a:p>
            </p:txBody>
          </p:sp>
          <p:sp>
            <p:nvSpPr>
              <p:cNvPr id="1139" name="CaixaDeTexto 1138">
                <a:extLst>
                  <a:ext uri="{FF2B5EF4-FFF2-40B4-BE49-F238E27FC236}">
                    <a16:creationId xmlns:a16="http://schemas.microsoft.com/office/drawing/2014/main" id="{AC31600A-0079-9246-3004-5FB45088274D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[55]</a:t>
                </a:r>
              </a:p>
            </p:txBody>
          </p:sp>
          <p:sp>
            <p:nvSpPr>
              <p:cNvPr id="1140" name="CaixaDeTexto 1139">
                <a:extLst>
                  <a:ext uri="{FF2B5EF4-FFF2-40B4-BE49-F238E27FC236}">
                    <a16:creationId xmlns:a16="http://schemas.microsoft.com/office/drawing/2014/main" id="{E7C429FE-825D-B071-64FB-5845D608141D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[56]</a:t>
                </a:r>
              </a:p>
            </p:txBody>
          </p:sp>
          <p:sp>
            <p:nvSpPr>
              <p:cNvPr id="1141" name="CaixaDeTexto 1140">
                <a:extLst>
                  <a:ext uri="{FF2B5EF4-FFF2-40B4-BE49-F238E27FC236}">
                    <a16:creationId xmlns:a16="http://schemas.microsoft.com/office/drawing/2014/main" id="{FCD4C7E1-D2EC-2193-0C99-3E972FF68402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[57]</a:t>
                </a:r>
              </a:p>
            </p:txBody>
          </p:sp>
          <p:sp>
            <p:nvSpPr>
              <p:cNvPr id="1142" name="CaixaDeTexto 1141">
                <a:extLst>
                  <a:ext uri="{FF2B5EF4-FFF2-40B4-BE49-F238E27FC236}">
                    <a16:creationId xmlns:a16="http://schemas.microsoft.com/office/drawing/2014/main" id="{B99A8B8A-0E55-F9BF-6990-ADC8F63AFF56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[58]</a:t>
                </a:r>
              </a:p>
            </p:txBody>
          </p:sp>
          <p:sp>
            <p:nvSpPr>
              <p:cNvPr id="1143" name="CaixaDeTexto 1142">
                <a:extLst>
                  <a:ext uri="{FF2B5EF4-FFF2-40B4-BE49-F238E27FC236}">
                    <a16:creationId xmlns:a16="http://schemas.microsoft.com/office/drawing/2014/main" id="{F54734A8-CEC9-6C21-F846-5C318F9B5831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[59]</a:t>
                </a:r>
              </a:p>
            </p:txBody>
          </p:sp>
          <p:sp>
            <p:nvSpPr>
              <p:cNvPr id="1144" name="CaixaDeTexto 1143">
                <a:extLst>
                  <a:ext uri="{FF2B5EF4-FFF2-40B4-BE49-F238E27FC236}">
                    <a16:creationId xmlns:a16="http://schemas.microsoft.com/office/drawing/2014/main" id="{E6CC0182-C005-0E04-D96F-B61E51CE7E3E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[60]</a:t>
                </a:r>
              </a:p>
            </p:txBody>
          </p:sp>
        </p:grpSp>
        <p:sp>
          <p:nvSpPr>
            <p:cNvPr id="1145" name="CaixaDeTexto 1144">
              <a:extLst>
                <a:ext uri="{FF2B5EF4-FFF2-40B4-BE49-F238E27FC236}">
                  <a16:creationId xmlns:a16="http://schemas.microsoft.com/office/drawing/2014/main" id="{5DD6C8C8-5F1A-A9AA-E857-AD8558A505C1}"/>
                </a:ext>
              </a:extLst>
            </p:cNvPr>
            <p:cNvSpPr txBox="1"/>
            <p:nvPr/>
          </p:nvSpPr>
          <p:spPr>
            <a:xfrm>
              <a:off x="11210319" y="555023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</a:t>
              </a:r>
              <a:r>
                <a:rPr lang="pt-BR" sz="1400" dirty="0">
                  <a:solidFill>
                    <a:srgbClr val="FFFB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</a:p>
          </p:txBody>
        </p:sp>
        <p:sp>
          <p:nvSpPr>
            <p:cNvPr id="1146" name="CaixaDeTexto 1145">
              <a:extLst>
                <a:ext uri="{FF2B5EF4-FFF2-40B4-BE49-F238E27FC236}">
                  <a16:creationId xmlns:a16="http://schemas.microsoft.com/office/drawing/2014/main" id="{23A3B686-E3D0-5103-F2B9-2B8309510DC8}"/>
                </a:ext>
              </a:extLst>
            </p:cNvPr>
            <p:cNvSpPr txBox="1"/>
            <p:nvPr/>
          </p:nvSpPr>
          <p:spPr>
            <a:xfrm>
              <a:off x="7299482" y="5621108"/>
              <a:ext cx="34188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anular esse jogo, marque ao lado:</a:t>
              </a:r>
            </a:p>
          </p:txBody>
        </p:sp>
        <p:sp>
          <p:nvSpPr>
            <p:cNvPr id="1151" name="Retângulo 1150">
              <a:extLst>
                <a:ext uri="{FF2B5EF4-FFF2-40B4-BE49-F238E27FC236}">
                  <a16:creationId xmlns:a16="http://schemas.microsoft.com/office/drawing/2014/main" id="{CA739B94-12B6-AB32-E6A6-0C01665F1C92}"/>
                </a:ext>
              </a:extLst>
            </p:cNvPr>
            <p:cNvSpPr/>
            <p:nvPr/>
          </p:nvSpPr>
          <p:spPr>
            <a:xfrm>
              <a:off x="6939977" y="417583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2" name="Retângulo 1151">
              <a:extLst>
                <a:ext uri="{FF2B5EF4-FFF2-40B4-BE49-F238E27FC236}">
                  <a16:creationId xmlns:a16="http://schemas.microsoft.com/office/drawing/2014/main" id="{E4E96BA7-959D-D2BC-0CFB-9F3F926F99FA}"/>
                </a:ext>
              </a:extLst>
            </p:cNvPr>
            <p:cNvSpPr/>
            <p:nvPr/>
          </p:nvSpPr>
          <p:spPr>
            <a:xfrm>
              <a:off x="6939977" y="442951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3" name="Retângulo 1152">
              <a:extLst>
                <a:ext uri="{FF2B5EF4-FFF2-40B4-BE49-F238E27FC236}">
                  <a16:creationId xmlns:a16="http://schemas.microsoft.com/office/drawing/2014/main" id="{F0C5957D-C3F3-CB28-CFF9-7EB6C8E709DB}"/>
                </a:ext>
              </a:extLst>
            </p:cNvPr>
            <p:cNvSpPr/>
            <p:nvPr/>
          </p:nvSpPr>
          <p:spPr>
            <a:xfrm>
              <a:off x="6939977" y="468319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4" name="Retângulo 1153">
              <a:extLst>
                <a:ext uri="{FF2B5EF4-FFF2-40B4-BE49-F238E27FC236}">
                  <a16:creationId xmlns:a16="http://schemas.microsoft.com/office/drawing/2014/main" id="{0A97C173-592F-4AF6-2C4C-11B96714DDF7}"/>
                </a:ext>
              </a:extLst>
            </p:cNvPr>
            <p:cNvSpPr/>
            <p:nvPr/>
          </p:nvSpPr>
          <p:spPr>
            <a:xfrm>
              <a:off x="6939977" y="493687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5" name="Retângulo 1154">
              <a:extLst>
                <a:ext uri="{FF2B5EF4-FFF2-40B4-BE49-F238E27FC236}">
                  <a16:creationId xmlns:a16="http://schemas.microsoft.com/office/drawing/2014/main" id="{85534F80-79A4-C19A-35C4-E030F1215BFB}"/>
                </a:ext>
              </a:extLst>
            </p:cNvPr>
            <p:cNvSpPr/>
            <p:nvPr/>
          </p:nvSpPr>
          <p:spPr>
            <a:xfrm>
              <a:off x="6939977" y="519055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6" name="Retângulo 1155">
              <a:extLst>
                <a:ext uri="{FF2B5EF4-FFF2-40B4-BE49-F238E27FC236}">
                  <a16:creationId xmlns:a16="http://schemas.microsoft.com/office/drawing/2014/main" id="{CB678855-046B-60A4-FD80-08C53A60D85E}"/>
                </a:ext>
              </a:extLst>
            </p:cNvPr>
            <p:cNvSpPr/>
            <p:nvPr/>
          </p:nvSpPr>
          <p:spPr>
            <a:xfrm>
              <a:off x="6939977" y="544423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7" name="Retângulo 1156">
              <a:extLst>
                <a:ext uri="{FF2B5EF4-FFF2-40B4-BE49-F238E27FC236}">
                  <a16:creationId xmlns:a16="http://schemas.microsoft.com/office/drawing/2014/main" id="{1D7C6CB4-8595-9E85-221D-D908835A93FD}"/>
                </a:ext>
              </a:extLst>
            </p:cNvPr>
            <p:cNvSpPr/>
            <p:nvPr/>
          </p:nvSpPr>
          <p:spPr>
            <a:xfrm>
              <a:off x="6939977" y="5697913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31022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480DF-8133-FF09-122A-CC3EA61A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Retângulo 1158">
            <a:extLst>
              <a:ext uri="{FF2B5EF4-FFF2-40B4-BE49-F238E27FC236}">
                <a16:creationId xmlns:a16="http://schemas.microsoft.com/office/drawing/2014/main" id="{83716FFB-1C8B-3CA9-99C8-5CB42842A64D}"/>
              </a:ext>
            </a:extLst>
          </p:cNvPr>
          <p:cNvSpPr/>
          <p:nvPr/>
        </p:nvSpPr>
        <p:spPr>
          <a:xfrm>
            <a:off x="2046369" y="862769"/>
            <a:ext cx="8099261" cy="42255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58" name="Agrupar 1157">
            <a:extLst>
              <a:ext uri="{FF2B5EF4-FFF2-40B4-BE49-F238E27FC236}">
                <a16:creationId xmlns:a16="http://schemas.microsoft.com/office/drawing/2014/main" id="{2714E1E8-3B4E-5E70-50CE-8B70193F19CE}"/>
              </a:ext>
            </a:extLst>
          </p:cNvPr>
          <p:cNvGrpSpPr/>
          <p:nvPr/>
        </p:nvGrpSpPr>
        <p:grpSpPr>
          <a:xfrm rot="667621">
            <a:off x="3574320" y="736431"/>
            <a:ext cx="5043357" cy="6203852"/>
            <a:chOff x="6860958" y="327074"/>
            <a:chExt cx="5043357" cy="6203852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B980AD6-6BD5-E51C-3A9B-7DC3BE8BC08A}"/>
                </a:ext>
              </a:extLst>
            </p:cNvPr>
            <p:cNvSpPr/>
            <p:nvPr/>
          </p:nvSpPr>
          <p:spPr>
            <a:xfrm>
              <a:off x="6860958" y="327074"/>
              <a:ext cx="5043357" cy="62038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2280B925-9550-A277-E04D-60C313EC9FD5}"/>
                </a:ext>
              </a:extLst>
            </p:cNvPr>
            <p:cNvSpPr/>
            <p:nvPr/>
          </p:nvSpPr>
          <p:spPr>
            <a:xfrm>
              <a:off x="7186630" y="579723"/>
              <a:ext cx="4620620" cy="802930"/>
            </a:xfrm>
            <a:prstGeom prst="rect">
              <a:avLst/>
            </a:prstGeom>
            <a:solidFill>
              <a:srgbClr val="2E83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5AB1BE57-813C-866D-3A3C-50847C8D93A2}"/>
                </a:ext>
              </a:extLst>
            </p:cNvPr>
            <p:cNvSpPr/>
            <p:nvPr/>
          </p:nvSpPr>
          <p:spPr>
            <a:xfrm>
              <a:off x="7198996" y="1971402"/>
              <a:ext cx="4608254" cy="1836000"/>
            </a:xfrm>
            <a:prstGeom prst="rect">
              <a:avLst/>
            </a:prstGeom>
            <a:solidFill>
              <a:srgbClr val="FFFB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F5A9D1DD-60FC-C372-9848-ACDE24C4B550}"/>
                </a:ext>
              </a:extLst>
            </p:cNvPr>
            <p:cNvSpPr txBox="1"/>
            <p:nvPr/>
          </p:nvSpPr>
          <p:spPr>
            <a:xfrm>
              <a:off x="8393823" y="664447"/>
              <a:ext cx="34188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600" b="1" i="1" dirty="0">
                  <a:ln w="19050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Helvetica" pitchFamily="2" charset="0"/>
                  <a:ea typeface="Hiragino Kaku Gothic Std W8" panose="020B0800000000000000" pitchFamily="34" charset="-128"/>
                  <a:cs typeface="Arial" panose="020B0604020202020204" pitchFamily="34" charset="0"/>
                </a:rPr>
                <a:t>MEGA-SENA</a:t>
              </a:r>
            </a:p>
          </p:txBody>
        </p: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AE8EDF4B-1E07-7529-67E0-17FB7B8B7C5F}"/>
                </a:ext>
              </a:extLst>
            </p:cNvPr>
            <p:cNvGrpSpPr/>
            <p:nvPr/>
          </p:nvGrpSpPr>
          <p:grpSpPr>
            <a:xfrm>
              <a:off x="7713263" y="685528"/>
              <a:ext cx="583495" cy="585451"/>
              <a:chOff x="7606454" y="693023"/>
              <a:chExt cx="583495" cy="585451"/>
            </a:xfrm>
          </p:grpSpPr>
          <p:grpSp>
            <p:nvGrpSpPr>
              <p:cNvPr id="22" name="Agrupar 21">
                <a:extLst>
                  <a:ext uri="{FF2B5EF4-FFF2-40B4-BE49-F238E27FC236}">
                    <a16:creationId xmlns:a16="http://schemas.microsoft.com/office/drawing/2014/main" id="{F5BEC60A-C97E-0BDE-1C14-83E092D1DD62}"/>
                  </a:ext>
                </a:extLst>
              </p:cNvPr>
              <p:cNvGrpSpPr/>
              <p:nvPr/>
            </p:nvGrpSpPr>
            <p:grpSpPr>
              <a:xfrm>
                <a:off x="7909621" y="693023"/>
                <a:ext cx="280328" cy="282271"/>
                <a:chOff x="10601325" y="4114913"/>
                <a:chExt cx="2681415" cy="2700000"/>
              </a:xfrm>
              <a:solidFill>
                <a:srgbClr val="AED4D1"/>
              </a:solidFill>
            </p:grpSpPr>
            <p:sp>
              <p:nvSpPr>
                <p:cNvPr id="18" name="Triângulo Retângulo 17">
                  <a:extLst>
                    <a:ext uri="{FF2B5EF4-FFF2-40B4-BE49-F238E27FC236}">
                      <a16:creationId xmlns:a16="http://schemas.microsoft.com/office/drawing/2014/main" id="{8BB0AB52-782E-226A-C518-64056CD943BD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17F4317-BEF2-685F-E5E7-99E4537F29FD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5BE960FA-6126-08B8-A384-BA1B7B0A98A5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80E260DC-31DF-D0E1-D17D-B08EF414A9BE}"/>
                  </a:ext>
                </a:extLst>
              </p:cNvPr>
              <p:cNvGrpSpPr/>
              <p:nvPr/>
            </p:nvGrpSpPr>
            <p:grpSpPr>
              <a:xfrm flipH="1">
                <a:off x="7606454" y="693408"/>
                <a:ext cx="280328" cy="282271"/>
                <a:chOff x="10601325" y="4114913"/>
                <a:chExt cx="2681415" cy="2700000"/>
              </a:xfrm>
              <a:solidFill>
                <a:schemeClr val="bg1"/>
              </a:solidFill>
            </p:grpSpPr>
            <p:sp>
              <p:nvSpPr>
                <p:cNvPr id="24" name="Triângulo Retângulo 23">
                  <a:extLst>
                    <a:ext uri="{FF2B5EF4-FFF2-40B4-BE49-F238E27FC236}">
                      <a16:creationId xmlns:a16="http://schemas.microsoft.com/office/drawing/2014/main" id="{55EB8D82-4A06-4138-024E-8F66D2AD3981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439B82-F8BB-ED05-98ED-4923FAA9E31B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114F57F6-E6BB-AC82-75A1-54FF71C391E4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27" name="Agrupar 26">
                <a:extLst>
                  <a:ext uri="{FF2B5EF4-FFF2-40B4-BE49-F238E27FC236}">
                    <a16:creationId xmlns:a16="http://schemas.microsoft.com/office/drawing/2014/main" id="{BE334B19-FF48-48D7-7A66-967E446D4E57}"/>
                  </a:ext>
                </a:extLst>
              </p:cNvPr>
              <p:cNvGrpSpPr/>
              <p:nvPr/>
            </p:nvGrpSpPr>
            <p:grpSpPr>
              <a:xfrm flipH="1" flipV="1">
                <a:off x="7606454" y="996203"/>
                <a:ext cx="280328" cy="282271"/>
                <a:chOff x="10601325" y="4114913"/>
                <a:chExt cx="2681415" cy="2700000"/>
              </a:xfrm>
              <a:solidFill>
                <a:srgbClr val="AED4D1"/>
              </a:solidFill>
            </p:grpSpPr>
            <p:sp>
              <p:nvSpPr>
                <p:cNvPr id="28" name="Triângulo Retângulo 27">
                  <a:extLst>
                    <a:ext uri="{FF2B5EF4-FFF2-40B4-BE49-F238E27FC236}">
                      <a16:creationId xmlns:a16="http://schemas.microsoft.com/office/drawing/2014/main" id="{AFDA794C-91DC-259B-F1BB-70A605F1D3BA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D1CF8E9D-600A-9747-F1BC-FAFA1526A453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882AE304-9734-E6C4-4AE3-4BAD2A6A597A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31" name="Agrupar 30">
                <a:extLst>
                  <a:ext uri="{FF2B5EF4-FFF2-40B4-BE49-F238E27FC236}">
                    <a16:creationId xmlns:a16="http://schemas.microsoft.com/office/drawing/2014/main" id="{593892FC-A185-DE52-2C7E-03E67A779A8B}"/>
                  </a:ext>
                </a:extLst>
              </p:cNvPr>
              <p:cNvGrpSpPr/>
              <p:nvPr/>
            </p:nvGrpSpPr>
            <p:grpSpPr>
              <a:xfrm flipV="1">
                <a:off x="7909621" y="995433"/>
                <a:ext cx="280328" cy="282271"/>
                <a:chOff x="10601325" y="4114913"/>
                <a:chExt cx="2681415" cy="2700000"/>
              </a:xfrm>
              <a:solidFill>
                <a:schemeClr val="bg1"/>
              </a:solidFill>
            </p:grpSpPr>
            <p:sp>
              <p:nvSpPr>
                <p:cNvPr id="32" name="Triângulo Retângulo 31">
                  <a:extLst>
                    <a:ext uri="{FF2B5EF4-FFF2-40B4-BE49-F238E27FC236}">
                      <a16:creationId xmlns:a16="http://schemas.microsoft.com/office/drawing/2014/main" id="{F1CAC1D0-15EE-4B74-7180-9FCD8C4249BE}"/>
                    </a:ext>
                  </a:extLst>
                </p:cNvPr>
                <p:cNvSpPr/>
                <p:nvPr/>
              </p:nvSpPr>
              <p:spPr>
                <a:xfrm>
                  <a:off x="10601325" y="5014913"/>
                  <a:ext cx="1798595" cy="180000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9B2051CA-AAD4-F12B-BEB1-A5260CCEE25F}"/>
                    </a:ext>
                  </a:extLst>
                </p:cNvPr>
                <p:cNvSpPr/>
                <p:nvPr/>
              </p:nvSpPr>
              <p:spPr>
                <a:xfrm>
                  <a:off x="10601325" y="4114913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A9D85A9A-65C8-011B-DC04-63703DED3276}"/>
                    </a:ext>
                  </a:extLst>
                </p:cNvPr>
                <p:cNvSpPr/>
                <p:nvPr/>
              </p:nvSpPr>
              <p:spPr>
                <a:xfrm>
                  <a:off x="11482740" y="5011230"/>
                  <a:ext cx="1800000" cy="180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</p:grpSp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4A854240-6302-8A65-57A3-862EB67B8ADA}"/>
                </a:ext>
              </a:extLst>
            </p:cNvPr>
            <p:cNvGrpSpPr/>
            <p:nvPr/>
          </p:nvGrpSpPr>
          <p:grpSpPr>
            <a:xfrm>
              <a:off x="7289238" y="1991890"/>
              <a:ext cx="4416114" cy="307777"/>
              <a:chOff x="7289572" y="2889564"/>
              <a:chExt cx="4416114" cy="307777"/>
            </a:xfrm>
          </p:grpSpPr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409ED9EA-3525-3212-475E-691AE455BF70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[01]</a:t>
                </a:r>
              </a:p>
            </p:txBody>
          </p:sp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B3647542-A730-360F-90DB-0D23025CD692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[02]</a:t>
                </a:r>
              </a:p>
            </p:txBody>
          </p:sp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0C0AEF8B-1CCD-F592-6528-5331404C0E77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[03]</a:t>
                </a:r>
              </a:p>
            </p:txBody>
          </p:sp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C6EFC0C6-A22D-6309-A033-750F5F8A7618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[04]</a:t>
                </a:r>
              </a:p>
            </p:txBody>
          </p:sp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6493212-4A6F-0C14-4976-E85C35FC1AB2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[05]</a:t>
                </a:r>
              </a:p>
            </p:txBody>
          </p:sp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ED498EB-E05D-0C4D-D917-EB9E85E19245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[06]</a:t>
                </a:r>
              </a:p>
            </p:txBody>
          </p:sp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2FDD309F-1224-DB89-88DA-960A9A171BDE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[07]</a:t>
                </a:r>
              </a:p>
            </p:txBody>
          </p:sp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3A0CC1EB-F1A6-70EB-3C60-A7085F91A52E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[08]</a:t>
                </a:r>
              </a:p>
            </p:txBody>
          </p:sp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8278E419-7F20-D783-BA48-5184C433211F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[09]</a:t>
                </a:r>
              </a:p>
            </p:txBody>
          </p:sp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58015946-2038-AFD4-EFA6-ACB7B6DFEB55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[10]</a:t>
                </a:r>
              </a:p>
            </p:txBody>
          </p:sp>
        </p:grpSp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7C69CDBF-86E6-FC89-66EC-9B862A86D611}"/>
                </a:ext>
              </a:extLst>
            </p:cNvPr>
            <p:cNvGrpSpPr/>
            <p:nvPr/>
          </p:nvGrpSpPr>
          <p:grpSpPr>
            <a:xfrm>
              <a:off x="7289238" y="2236837"/>
              <a:ext cx="4416114" cy="307777"/>
              <a:chOff x="7289572" y="2889564"/>
              <a:chExt cx="4416114" cy="307777"/>
            </a:xfrm>
          </p:grpSpPr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404DA530-E67D-4759-508E-A08CC49F792F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[11]</a:t>
                </a:r>
              </a:p>
            </p:txBody>
          </p:sp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9CD1CECB-18ED-C819-F392-DAA3E8C740AB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[12]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AEB95BF3-644B-6D19-FE7F-62E87847023E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[13]</a:t>
                </a:r>
              </a:p>
            </p:txBody>
          </p:sp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008C1FFD-A309-FF72-F47F-C354EC0D8AF4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[14]</a:t>
                </a:r>
              </a:p>
            </p:txBody>
          </p:sp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4670479A-6B22-B056-AE6B-7CA98ACA0FC9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[15]</a:t>
                </a:r>
              </a:p>
            </p:txBody>
          </p:sp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39BFE0D4-C1F3-7337-EE33-31A9F873120A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[16]</a:t>
                </a:r>
              </a:p>
            </p:txBody>
          </p:sp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E67A3E3A-04DB-B7A3-3A7E-EC90D8875146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[17]</a:t>
                </a:r>
              </a:p>
            </p:txBody>
          </p:sp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82BD606E-878C-65C4-9E66-C28B3199D412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[18]</a:t>
                </a:r>
              </a:p>
            </p:txBody>
          </p:sp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1EFA3927-C06A-5AB0-CA33-3344EAB4A51F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[19]</a:t>
                </a:r>
              </a:p>
            </p:txBody>
          </p:sp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D4DDE20C-5B1D-4421-8D00-09F2103B29A6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[20]</a:t>
                </a:r>
              </a:p>
            </p:txBody>
          </p:sp>
        </p:grp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7B339B30-39CB-1B4C-9F8E-EDA9B8C7FE07}"/>
                </a:ext>
              </a:extLst>
            </p:cNvPr>
            <p:cNvGrpSpPr/>
            <p:nvPr/>
          </p:nvGrpSpPr>
          <p:grpSpPr>
            <a:xfrm>
              <a:off x="7289238" y="2481784"/>
              <a:ext cx="4416114" cy="307777"/>
              <a:chOff x="7289572" y="2889564"/>
              <a:chExt cx="4416114" cy="307777"/>
            </a:xfrm>
          </p:grpSpPr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439D4577-7772-9AA3-CA79-A70403DC5C56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[21]</a:t>
                </a:r>
              </a:p>
            </p:txBody>
          </p:sp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3FBD56CB-BB10-7D76-5A10-441C58424341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[22]</a:t>
                </a:r>
              </a:p>
            </p:txBody>
          </p:sp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927E2FA9-7F3F-A5ED-B1A3-F0469D8B97A5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[23]</a:t>
                </a:r>
              </a:p>
            </p:txBody>
          </p:sp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2771D368-C564-F2D2-0B76-AB0AA5B3851E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[24]</a:t>
                </a:r>
              </a:p>
            </p:txBody>
          </p:sp>
          <p:sp>
            <p:nvSpPr>
              <p:cNvPr id="1024" name="CaixaDeTexto 1023">
                <a:extLst>
                  <a:ext uri="{FF2B5EF4-FFF2-40B4-BE49-F238E27FC236}">
                    <a16:creationId xmlns:a16="http://schemas.microsoft.com/office/drawing/2014/main" id="{CFD2FA19-6101-9908-9671-37AD93AC6441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[25]</a:t>
                </a:r>
              </a:p>
            </p:txBody>
          </p:sp>
          <p:sp>
            <p:nvSpPr>
              <p:cNvPr id="1025" name="CaixaDeTexto 1024">
                <a:extLst>
                  <a:ext uri="{FF2B5EF4-FFF2-40B4-BE49-F238E27FC236}">
                    <a16:creationId xmlns:a16="http://schemas.microsoft.com/office/drawing/2014/main" id="{302D52D2-41F2-71F6-D674-2889FB4C29F6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[26]</a:t>
                </a:r>
              </a:p>
            </p:txBody>
          </p:sp>
          <p:sp>
            <p:nvSpPr>
              <p:cNvPr id="1027" name="CaixaDeTexto 1026">
                <a:extLst>
                  <a:ext uri="{FF2B5EF4-FFF2-40B4-BE49-F238E27FC236}">
                    <a16:creationId xmlns:a16="http://schemas.microsoft.com/office/drawing/2014/main" id="{781AB992-8A3D-F050-E7F8-80859E6C2F37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[27]</a:t>
                </a:r>
              </a:p>
            </p:txBody>
          </p:sp>
          <p:sp>
            <p:nvSpPr>
              <p:cNvPr id="1028" name="CaixaDeTexto 1027">
                <a:extLst>
                  <a:ext uri="{FF2B5EF4-FFF2-40B4-BE49-F238E27FC236}">
                    <a16:creationId xmlns:a16="http://schemas.microsoft.com/office/drawing/2014/main" id="{FC239C5A-C08F-8519-A830-A25CD245E6FD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[28]</a:t>
                </a:r>
              </a:p>
            </p:txBody>
          </p:sp>
          <p:sp>
            <p:nvSpPr>
              <p:cNvPr id="1029" name="CaixaDeTexto 1028">
                <a:extLst>
                  <a:ext uri="{FF2B5EF4-FFF2-40B4-BE49-F238E27FC236}">
                    <a16:creationId xmlns:a16="http://schemas.microsoft.com/office/drawing/2014/main" id="{127402BC-555C-9453-BB37-C575CA7DE3C9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[29]</a:t>
                </a:r>
              </a:p>
            </p:txBody>
          </p:sp>
          <p:sp>
            <p:nvSpPr>
              <p:cNvPr id="1030" name="CaixaDeTexto 1029">
                <a:extLst>
                  <a:ext uri="{FF2B5EF4-FFF2-40B4-BE49-F238E27FC236}">
                    <a16:creationId xmlns:a16="http://schemas.microsoft.com/office/drawing/2014/main" id="{4F8047DF-17A3-D1DF-11F1-A012BD8419EE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[30]</a:t>
                </a:r>
              </a:p>
            </p:txBody>
          </p:sp>
        </p:grpSp>
        <p:grpSp>
          <p:nvGrpSpPr>
            <p:cNvPr id="1031" name="Agrupar 1030">
              <a:extLst>
                <a:ext uri="{FF2B5EF4-FFF2-40B4-BE49-F238E27FC236}">
                  <a16:creationId xmlns:a16="http://schemas.microsoft.com/office/drawing/2014/main" id="{24CBF899-EB87-6272-7139-282DB65958A3}"/>
                </a:ext>
              </a:extLst>
            </p:cNvPr>
            <p:cNvGrpSpPr/>
            <p:nvPr/>
          </p:nvGrpSpPr>
          <p:grpSpPr>
            <a:xfrm>
              <a:off x="7289238" y="2726731"/>
              <a:ext cx="4416114" cy="307777"/>
              <a:chOff x="7289572" y="2889564"/>
              <a:chExt cx="4416114" cy="307777"/>
            </a:xfrm>
          </p:grpSpPr>
          <p:sp>
            <p:nvSpPr>
              <p:cNvPr id="1032" name="CaixaDeTexto 1031">
                <a:extLst>
                  <a:ext uri="{FF2B5EF4-FFF2-40B4-BE49-F238E27FC236}">
                    <a16:creationId xmlns:a16="http://schemas.microsoft.com/office/drawing/2014/main" id="{CF6363ED-D0DB-A6CC-179C-538296783E5B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[31]</a:t>
                </a:r>
              </a:p>
            </p:txBody>
          </p:sp>
          <p:sp>
            <p:nvSpPr>
              <p:cNvPr id="1033" name="CaixaDeTexto 1032">
                <a:extLst>
                  <a:ext uri="{FF2B5EF4-FFF2-40B4-BE49-F238E27FC236}">
                    <a16:creationId xmlns:a16="http://schemas.microsoft.com/office/drawing/2014/main" id="{87E7D7E9-6F22-79FC-2442-CB4C1E886984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[32]</a:t>
                </a:r>
              </a:p>
            </p:txBody>
          </p:sp>
          <p:sp>
            <p:nvSpPr>
              <p:cNvPr id="1034" name="CaixaDeTexto 1033">
                <a:extLst>
                  <a:ext uri="{FF2B5EF4-FFF2-40B4-BE49-F238E27FC236}">
                    <a16:creationId xmlns:a16="http://schemas.microsoft.com/office/drawing/2014/main" id="{37302175-CAAA-DBE0-FB9D-05D453BC90DE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[33]</a:t>
                </a:r>
              </a:p>
            </p:txBody>
          </p:sp>
          <p:sp>
            <p:nvSpPr>
              <p:cNvPr id="1035" name="CaixaDeTexto 1034">
                <a:extLst>
                  <a:ext uri="{FF2B5EF4-FFF2-40B4-BE49-F238E27FC236}">
                    <a16:creationId xmlns:a16="http://schemas.microsoft.com/office/drawing/2014/main" id="{1461DDFF-D2D0-539E-CB70-BF19AEDE7CCA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[34]</a:t>
                </a:r>
              </a:p>
            </p:txBody>
          </p:sp>
          <p:sp>
            <p:nvSpPr>
              <p:cNvPr id="1036" name="CaixaDeTexto 1035">
                <a:extLst>
                  <a:ext uri="{FF2B5EF4-FFF2-40B4-BE49-F238E27FC236}">
                    <a16:creationId xmlns:a16="http://schemas.microsoft.com/office/drawing/2014/main" id="{193E99EC-EB67-6EED-5A94-FF360AA742FE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[35]</a:t>
                </a:r>
              </a:p>
            </p:txBody>
          </p:sp>
          <p:sp>
            <p:nvSpPr>
              <p:cNvPr id="1037" name="CaixaDeTexto 1036">
                <a:extLst>
                  <a:ext uri="{FF2B5EF4-FFF2-40B4-BE49-F238E27FC236}">
                    <a16:creationId xmlns:a16="http://schemas.microsoft.com/office/drawing/2014/main" id="{723DFBC8-8FD9-DA14-534E-D9F695C5B953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[36]</a:t>
                </a:r>
              </a:p>
            </p:txBody>
          </p:sp>
          <p:sp>
            <p:nvSpPr>
              <p:cNvPr id="1038" name="CaixaDeTexto 1037">
                <a:extLst>
                  <a:ext uri="{FF2B5EF4-FFF2-40B4-BE49-F238E27FC236}">
                    <a16:creationId xmlns:a16="http://schemas.microsoft.com/office/drawing/2014/main" id="{9C96AC09-B7FB-8C9B-D137-C582BF2C34F0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[37]</a:t>
                </a:r>
              </a:p>
            </p:txBody>
          </p:sp>
          <p:sp>
            <p:nvSpPr>
              <p:cNvPr id="1039" name="CaixaDeTexto 1038">
                <a:extLst>
                  <a:ext uri="{FF2B5EF4-FFF2-40B4-BE49-F238E27FC236}">
                    <a16:creationId xmlns:a16="http://schemas.microsoft.com/office/drawing/2014/main" id="{042671EA-3117-B540-0821-46056F9CB29F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[38]</a:t>
                </a:r>
              </a:p>
            </p:txBody>
          </p:sp>
          <p:sp>
            <p:nvSpPr>
              <p:cNvPr id="1040" name="CaixaDeTexto 1039">
                <a:extLst>
                  <a:ext uri="{FF2B5EF4-FFF2-40B4-BE49-F238E27FC236}">
                    <a16:creationId xmlns:a16="http://schemas.microsoft.com/office/drawing/2014/main" id="{509D7A1E-BDD9-F5D7-6DEF-4F325F67E352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[39]</a:t>
                </a:r>
              </a:p>
            </p:txBody>
          </p:sp>
          <p:sp>
            <p:nvSpPr>
              <p:cNvPr id="1041" name="CaixaDeTexto 1040">
                <a:extLst>
                  <a:ext uri="{FF2B5EF4-FFF2-40B4-BE49-F238E27FC236}">
                    <a16:creationId xmlns:a16="http://schemas.microsoft.com/office/drawing/2014/main" id="{E8A198AA-94F8-DC24-2679-21728BBB6F8C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[40]</a:t>
                </a:r>
              </a:p>
            </p:txBody>
          </p:sp>
        </p:grpSp>
        <p:grpSp>
          <p:nvGrpSpPr>
            <p:cNvPr id="1042" name="Agrupar 1041">
              <a:extLst>
                <a:ext uri="{FF2B5EF4-FFF2-40B4-BE49-F238E27FC236}">
                  <a16:creationId xmlns:a16="http://schemas.microsoft.com/office/drawing/2014/main" id="{88E5E455-3020-2CCC-C67C-2549122C5890}"/>
                </a:ext>
              </a:extLst>
            </p:cNvPr>
            <p:cNvGrpSpPr/>
            <p:nvPr/>
          </p:nvGrpSpPr>
          <p:grpSpPr>
            <a:xfrm>
              <a:off x="7289238" y="2971678"/>
              <a:ext cx="4416114" cy="307777"/>
              <a:chOff x="7289572" y="2889564"/>
              <a:chExt cx="4416114" cy="307777"/>
            </a:xfrm>
          </p:grpSpPr>
          <p:sp>
            <p:nvSpPr>
              <p:cNvPr id="1043" name="CaixaDeTexto 1042">
                <a:extLst>
                  <a:ext uri="{FF2B5EF4-FFF2-40B4-BE49-F238E27FC236}">
                    <a16:creationId xmlns:a16="http://schemas.microsoft.com/office/drawing/2014/main" id="{436A817C-9631-FA8C-D859-B6E7B5414C4B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[41]</a:t>
                </a:r>
              </a:p>
            </p:txBody>
          </p:sp>
          <p:sp>
            <p:nvSpPr>
              <p:cNvPr id="1044" name="CaixaDeTexto 1043">
                <a:extLst>
                  <a:ext uri="{FF2B5EF4-FFF2-40B4-BE49-F238E27FC236}">
                    <a16:creationId xmlns:a16="http://schemas.microsoft.com/office/drawing/2014/main" id="{92E0DA4A-136D-D076-C97C-E440E5FCCEBB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[42]</a:t>
                </a:r>
              </a:p>
            </p:txBody>
          </p:sp>
          <p:sp>
            <p:nvSpPr>
              <p:cNvPr id="1045" name="CaixaDeTexto 1044">
                <a:extLst>
                  <a:ext uri="{FF2B5EF4-FFF2-40B4-BE49-F238E27FC236}">
                    <a16:creationId xmlns:a16="http://schemas.microsoft.com/office/drawing/2014/main" id="{2F1E2880-6E1A-61EB-5F2C-7E4412131428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[43]</a:t>
                </a:r>
              </a:p>
            </p:txBody>
          </p:sp>
          <p:sp>
            <p:nvSpPr>
              <p:cNvPr id="1046" name="CaixaDeTexto 1045">
                <a:extLst>
                  <a:ext uri="{FF2B5EF4-FFF2-40B4-BE49-F238E27FC236}">
                    <a16:creationId xmlns:a16="http://schemas.microsoft.com/office/drawing/2014/main" id="{707536B8-545F-CFD9-AE5C-D18ADFB990E4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[44]</a:t>
                </a:r>
              </a:p>
            </p:txBody>
          </p:sp>
          <p:sp>
            <p:nvSpPr>
              <p:cNvPr id="1047" name="CaixaDeTexto 1046">
                <a:extLst>
                  <a:ext uri="{FF2B5EF4-FFF2-40B4-BE49-F238E27FC236}">
                    <a16:creationId xmlns:a16="http://schemas.microsoft.com/office/drawing/2014/main" id="{BEF18AF9-B13C-7BF9-298A-77890A71811E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[45]</a:t>
                </a:r>
              </a:p>
            </p:txBody>
          </p:sp>
          <p:sp>
            <p:nvSpPr>
              <p:cNvPr id="1048" name="CaixaDeTexto 1047">
                <a:extLst>
                  <a:ext uri="{FF2B5EF4-FFF2-40B4-BE49-F238E27FC236}">
                    <a16:creationId xmlns:a16="http://schemas.microsoft.com/office/drawing/2014/main" id="{91097B2F-2B6D-A113-C913-0EF3976E04A4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[46]</a:t>
                </a:r>
              </a:p>
            </p:txBody>
          </p:sp>
          <p:sp>
            <p:nvSpPr>
              <p:cNvPr id="1049" name="CaixaDeTexto 1048">
                <a:extLst>
                  <a:ext uri="{FF2B5EF4-FFF2-40B4-BE49-F238E27FC236}">
                    <a16:creationId xmlns:a16="http://schemas.microsoft.com/office/drawing/2014/main" id="{719BBE43-CF9B-A96D-84FE-BB2B2A1C8B53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[47]</a:t>
                </a:r>
              </a:p>
            </p:txBody>
          </p:sp>
          <p:sp>
            <p:nvSpPr>
              <p:cNvPr id="1050" name="CaixaDeTexto 1049">
                <a:extLst>
                  <a:ext uri="{FF2B5EF4-FFF2-40B4-BE49-F238E27FC236}">
                    <a16:creationId xmlns:a16="http://schemas.microsoft.com/office/drawing/2014/main" id="{7DCB9DE2-DC8D-748E-9398-9E7B5C122951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[48]</a:t>
                </a:r>
              </a:p>
            </p:txBody>
          </p:sp>
          <p:sp>
            <p:nvSpPr>
              <p:cNvPr id="1051" name="CaixaDeTexto 1050">
                <a:extLst>
                  <a:ext uri="{FF2B5EF4-FFF2-40B4-BE49-F238E27FC236}">
                    <a16:creationId xmlns:a16="http://schemas.microsoft.com/office/drawing/2014/main" id="{92B21755-E94D-F6E9-4205-CCA13FD85CE6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[49]</a:t>
                </a:r>
              </a:p>
            </p:txBody>
          </p:sp>
          <p:sp>
            <p:nvSpPr>
              <p:cNvPr id="1052" name="CaixaDeTexto 1051">
                <a:extLst>
                  <a:ext uri="{FF2B5EF4-FFF2-40B4-BE49-F238E27FC236}">
                    <a16:creationId xmlns:a16="http://schemas.microsoft.com/office/drawing/2014/main" id="{23670F8F-E7D5-5404-64F4-64E6A04DCA2B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[50]</a:t>
                </a:r>
              </a:p>
            </p:txBody>
          </p:sp>
        </p:grpSp>
        <p:grpSp>
          <p:nvGrpSpPr>
            <p:cNvPr id="1053" name="Agrupar 1052">
              <a:extLst>
                <a:ext uri="{FF2B5EF4-FFF2-40B4-BE49-F238E27FC236}">
                  <a16:creationId xmlns:a16="http://schemas.microsoft.com/office/drawing/2014/main" id="{6FC0C708-D025-DFA7-A506-9A04FDF13450}"/>
                </a:ext>
              </a:extLst>
            </p:cNvPr>
            <p:cNvGrpSpPr/>
            <p:nvPr/>
          </p:nvGrpSpPr>
          <p:grpSpPr>
            <a:xfrm>
              <a:off x="7288883" y="3216624"/>
              <a:ext cx="4416114" cy="307777"/>
              <a:chOff x="7289572" y="2889564"/>
              <a:chExt cx="4416114" cy="307777"/>
            </a:xfrm>
          </p:grpSpPr>
          <p:sp>
            <p:nvSpPr>
              <p:cNvPr id="1054" name="CaixaDeTexto 1053">
                <a:extLst>
                  <a:ext uri="{FF2B5EF4-FFF2-40B4-BE49-F238E27FC236}">
                    <a16:creationId xmlns:a16="http://schemas.microsoft.com/office/drawing/2014/main" id="{58448EEB-5BC2-7162-FF84-1E38890236FA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[51]</a:t>
                </a:r>
              </a:p>
            </p:txBody>
          </p:sp>
          <p:sp>
            <p:nvSpPr>
              <p:cNvPr id="1055" name="CaixaDeTexto 1054">
                <a:extLst>
                  <a:ext uri="{FF2B5EF4-FFF2-40B4-BE49-F238E27FC236}">
                    <a16:creationId xmlns:a16="http://schemas.microsoft.com/office/drawing/2014/main" id="{E42324F0-BBFA-75A7-8135-C40C373794B1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[52]</a:t>
                </a:r>
              </a:p>
            </p:txBody>
          </p:sp>
          <p:sp>
            <p:nvSpPr>
              <p:cNvPr id="1056" name="CaixaDeTexto 1055">
                <a:extLst>
                  <a:ext uri="{FF2B5EF4-FFF2-40B4-BE49-F238E27FC236}">
                    <a16:creationId xmlns:a16="http://schemas.microsoft.com/office/drawing/2014/main" id="{C97E2250-E826-EF3C-E1D8-6627327C5126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[53]</a:t>
                </a:r>
              </a:p>
            </p:txBody>
          </p:sp>
          <p:sp>
            <p:nvSpPr>
              <p:cNvPr id="1057" name="CaixaDeTexto 1056">
                <a:extLst>
                  <a:ext uri="{FF2B5EF4-FFF2-40B4-BE49-F238E27FC236}">
                    <a16:creationId xmlns:a16="http://schemas.microsoft.com/office/drawing/2014/main" id="{0505AD2C-D6A4-893D-53F6-21793F9DB2C3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[54]</a:t>
                </a:r>
              </a:p>
            </p:txBody>
          </p:sp>
          <p:sp>
            <p:nvSpPr>
              <p:cNvPr id="1058" name="CaixaDeTexto 1057">
                <a:extLst>
                  <a:ext uri="{FF2B5EF4-FFF2-40B4-BE49-F238E27FC236}">
                    <a16:creationId xmlns:a16="http://schemas.microsoft.com/office/drawing/2014/main" id="{8259A32D-8155-6B60-0B47-A3628F2E0D9C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[55]</a:t>
                </a:r>
              </a:p>
            </p:txBody>
          </p:sp>
          <p:sp>
            <p:nvSpPr>
              <p:cNvPr id="1059" name="CaixaDeTexto 1058">
                <a:extLst>
                  <a:ext uri="{FF2B5EF4-FFF2-40B4-BE49-F238E27FC236}">
                    <a16:creationId xmlns:a16="http://schemas.microsoft.com/office/drawing/2014/main" id="{9D64147C-C394-5EA7-6EAB-2C8F9C109447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[56]</a:t>
                </a:r>
              </a:p>
            </p:txBody>
          </p:sp>
          <p:sp>
            <p:nvSpPr>
              <p:cNvPr id="1060" name="CaixaDeTexto 1059">
                <a:extLst>
                  <a:ext uri="{FF2B5EF4-FFF2-40B4-BE49-F238E27FC236}">
                    <a16:creationId xmlns:a16="http://schemas.microsoft.com/office/drawing/2014/main" id="{47FF555C-34B0-231B-6266-A1FCAA1A3384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[57]</a:t>
                </a:r>
              </a:p>
            </p:txBody>
          </p:sp>
          <p:sp>
            <p:nvSpPr>
              <p:cNvPr id="1061" name="CaixaDeTexto 1060">
                <a:extLst>
                  <a:ext uri="{FF2B5EF4-FFF2-40B4-BE49-F238E27FC236}">
                    <a16:creationId xmlns:a16="http://schemas.microsoft.com/office/drawing/2014/main" id="{282137D5-8E11-D0C7-8792-5097B636F828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[58]</a:t>
                </a:r>
              </a:p>
            </p:txBody>
          </p:sp>
          <p:sp>
            <p:nvSpPr>
              <p:cNvPr id="1062" name="CaixaDeTexto 1061">
                <a:extLst>
                  <a:ext uri="{FF2B5EF4-FFF2-40B4-BE49-F238E27FC236}">
                    <a16:creationId xmlns:a16="http://schemas.microsoft.com/office/drawing/2014/main" id="{6E70CFD1-E8E5-17AB-A1B6-FC5332FA457A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[59]</a:t>
                </a:r>
              </a:p>
            </p:txBody>
          </p:sp>
          <p:sp>
            <p:nvSpPr>
              <p:cNvPr id="1063" name="CaixaDeTexto 1062">
                <a:extLst>
                  <a:ext uri="{FF2B5EF4-FFF2-40B4-BE49-F238E27FC236}">
                    <a16:creationId xmlns:a16="http://schemas.microsoft.com/office/drawing/2014/main" id="{15409DD7-24E8-77CF-1780-9FF5D25DCE59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[60]</a:t>
                </a:r>
              </a:p>
            </p:txBody>
          </p:sp>
        </p:grpSp>
        <p:sp>
          <p:nvSpPr>
            <p:cNvPr id="1064" name="CaixaDeTexto 1063">
              <a:extLst>
                <a:ext uri="{FF2B5EF4-FFF2-40B4-BE49-F238E27FC236}">
                  <a16:creationId xmlns:a16="http://schemas.microsoft.com/office/drawing/2014/main" id="{86E0B201-9825-A2D7-965D-D3B778EC783B}"/>
                </a:ext>
              </a:extLst>
            </p:cNvPr>
            <p:cNvSpPr txBox="1"/>
            <p:nvPr/>
          </p:nvSpPr>
          <p:spPr>
            <a:xfrm>
              <a:off x="11210319" y="345751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</a:t>
              </a:r>
              <a:r>
                <a:rPr lang="pt-BR" sz="1400" dirty="0">
                  <a:solidFill>
                    <a:srgbClr val="FFFB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</a:p>
          </p:txBody>
        </p:sp>
        <p:sp>
          <p:nvSpPr>
            <p:cNvPr id="1065" name="CaixaDeTexto 1064">
              <a:extLst>
                <a:ext uri="{FF2B5EF4-FFF2-40B4-BE49-F238E27FC236}">
                  <a16:creationId xmlns:a16="http://schemas.microsoft.com/office/drawing/2014/main" id="{65494445-CBB1-1AD0-6786-DC6D1B43D719}"/>
                </a:ext>
              </a:extLst>
            </p:cNvPr>
            <p:cNvSpPr txBox="1"/>
            <p:nvPr/>
          </p:nvSpPr>
          <p:spPr>
            <a:xfrm>
              <a:off x="7299482" y="3528388"/>
              <a:ext cx="34188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anular esse jogo, marque ao lado:</a:t>
              </a:r>
            </a:p>
          </p:txBody>
        </p:sp>
        <p:sp>
          <p:nvSpPr>
            <p:cNvPr id="1066" name="CaixaDeTexto 1065">
              <a:extLst>
                <a:ext uri="{FF2B5EF4-FFF2-40B4-BE49-F238E27FC236}">
                  <a16:creationId xmlns:a16="http://schemas.microsoft.com/office/drawing/2014/main" id="{B2300812-C2B3-C8AF-4023-8F2A07EDE382}"/>
                </a:ext>
              </a:extLst>
            </p:cNvPr>
            <p:cNvSpPr txBox="1"/>
            <p:nvPr/>
          </p:nvSpPr>
          <p:spPr>
            <a:xfrm>
              <a:off x="7186630" y="1396767"/>
              <a:ext cx="46206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dirty="0">
                  <a:solidFill>
                    <a:srgbClr val="2E837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VOCÊ PODE JOGAR MARCANDO EM UM OU NOS DOIS QUADROS ABAIXO.</a:t>
              </a:r>
            </a:p>
          </p:txBody>
        </p:sp>
        <p:sp>
          <p:nvSpPr>
            <p:cNvPr id="1067" name="Retângulo 1066">
              <a:extLst>
                <a:ext uri="{FF2B5EF4-FFF2-40B4-BE49-F238E27FC236}">
                  <a16:creationId xmlns:a16="http://schemas.microsoft.com/office/drawing/2014/main" id="{F00C0BF0-DD9A-C7FF-A1F0-0B283A2128F7}"/>
                </a:ext>
              </a:extLst>
            </p:cNvPr>
            <p:cNvSpPr/>
            <p:nvPr/>
          </p:nvSpPr>
          <p:spPr>
            <a:xfrm>
              <a:off x="7797494" y="1822424"/>
              <a:ext cx="324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8" name="Retângulo 1067">
              <a:extLst>
                <a:ext uri="{FF2B5EF4-FFF2-40B4-BE49-F238E27FC236}">
                  <a16:creationId xmlns:a16="http://schemas.microsoft.com/office/drawing/2014/main" id="{6DD6E592-8A46-9517-4786-2AB3DA273999}"/>
                </a:ext>
              </a:extLst>
            </p:cNvPr>
            <p:cNvSpPr/>
            <p:nvPr/>
          </p:nvSpPr>
          <p:spPr>
            <a:xfrm>
              <a:off x="8693615" y="1822424"/>
              <a:ext cx="324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9" name="Retângulo 1068">
              <a:extLst>
                <a:ext uri="{FF2B5EF4-FFF2-40B4-BE49-F238E27FC236}">
                  <a16:creationId xmlns:a16="http://schemas.microsoft.com/office/drawing/2014/main" id="{AE307C46-72F2-47BB-969E-197A42E3E79E}"/>
                </a:ext>
              </a:extLst>
            </p:cNvPr>
            <p:cNvSpPr/>
            <p:nvPr/>
          </p:nvSpPr>
          <p:spPr>
            <a:xfrm>
              <a:off x="7374044" y="1822424"/>
              <a:ext cx="324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0" name="Retângulo 1069">
              <a:extLst>
                <a:ext uri="{FF2B5EF4-FFF2-40B4-BE49-F238E27FC236}">
                  <a16:creationId xmlns:a16="http://schemas.microsoft.com/office/drawing/2014/main" id="{5603AF35-E818-E5A4-840C-C7F3E7199739}"/>
                </a:ext>
              </a:extLst>
            </p:cNvPr>
            <p:cNvSpPr/>
            <p:nvPr/>
          </p:nvSpPr>
          <p:spPr>
            <a:xfrm>
              <a:off x="6939977" y="1822424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1" name="Retângulo 1070">
              <a:extLst>
                <a:ext uri="{FF2B5EF4-FFF2-40B4-BE49-F238E27FC236}">
                  <a16:creationId xmlns:a16="http://schemas.microsoft.com/office/drawing/2014/main" id="{98F378DE-B302-6861-023F-181F31C08FAE}"/>
                </a:ext>
              </a:extLst>
            </p:cNvPr>
            <p:cNvSpPr/>
            <p:nvPr/>
          </p:nvSpPr>
          <p:spPr>
            <a:xfrm>
              <a:off x="6939977" y="208311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2" name="Retângulo 1071">
              <a:extLst>
                <a:ext uri="{FF2B5EF4-FFF2-40B4-BE49-F238E27FC236}">
                  <a16:creationId xmlns:a16="http://schemas.microsoft.com/office/drawing/2014/main" id="{75B5F74D-0F36-0BC3-3194-D8B9D42A2593}"/>
                </a:ext>
              </a:extLst>
            </p:cNvPr>
            <p:cNvSpPr/>
            <p:nvPr/>
          </p:nvSpPr>
          <p:spPr>
            <a:xfrm>
              <a:off x="6939977" y="233679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3" name="Retângulo 1072">
              <a:extLst>
                <a:ext uri="{FF2B5EF4-FFF2-40B4-BE49-F238E27FC236}">
                  <a16:creationId xmlns:a16="http://schemas.microsoft.com/office/drawing/2014/main" id="{A6AC8D0A-7D7C-C0B6-4E11-39A2ABA7FD99}"/>
                </a:ext>
              </a:extLst>
            </p:cNvPr>
            <p:cNvSpPr/>
            <p:nvPr/>
          </p:nvSpPr>
          <p:spPr>
            <a:xfrm>
              <a:off x="6939977" y="259047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4" name="Retângulo 1073">
              <a:extLst>
                <a:ext uri="{FF2B5EF4-FFF2-40B4-BE49-F238E27FC236}">
                  <a16:creationId xmlns:a16="http://schemas.microsoft.com/office/drawing/2014/main" id="{E212ADE0-69FC-B7F5-8FED-C70652B228AE}"/>
                </a:ext>
              </a:extLst>
            </p:cNvPr>
            <p:cNvSpPr/>
            <p:nvPr/>
          </p:nvSpPr>
          <p:spPr>
            <a:xfrm>
              <a:off x="6939977" y="284415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5" name="Retângulo 1074">
              <a:extLst>
                <a:ext uri="{FF2B5EF4-FFF2-40B4-BE49-F238E27FC236}">
                  <a16:creationId xmlns:a16="http://schemas.microsoft.com/office/drawing/2014/main" id="{AEB8AB70-8832-DB9B-F6BE-C5D277D962B8}"/>
                </a:ext>
              </a:extLst>
            </p:cNvPr>
            <p:cNvSpPr/>
            <p:nvPr/>
          </p:nvSpPr>
          <p:spPr>
            <a:xfrm>
              <a:off x="6939977" y="309783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6" name="Retângulo 1075">
              <a:extLst>
                <a:ext uri="{FF2B5EF4-FFF2-40B4-BE49-F238E27FC236}">
                  <a16:creationId xmlns:a16="http://schemas.microsoft.com/office/drawing/2014/main" id="{2E49858C-F8E4-DE05-825F-376F53EA51C8}"/>
                </a:ext>
              </a:extLst>
            </p:cNvPr>
            <p:cNvSpPr/>
            <p:nvPr/>
          </p:nvSpPr>
          <p:spPr>
            <a:xfrm>
              <a:off x="6939977" y="335151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7" name="Retângulo 1076">
              <a:extLst>
                <a:ext uri="{FF2B5EF4-FFF2-40B4-BE49-F238E27FC236}">
                  <a16:creationId xmlns:a16="http://schemas.microsoft.com/office/drawing/2014/main" id="{29693A21-71CE-CB61-702B-13A3BBB29F43}"/>
                </a:ext>
              </a:extLst>
            </p:cNvPr>
            <p:cNvSpPr/>
            <p:nvPr/>
          </p:nvSpPr>
          <p:spPr>
            <a:xfrm>
              <a:off x="6939977" y="3605193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8" name="Retângulo 1077">
              <a:extLst>
                <a:ext uri="{FF2B5EF4-FFF2-40B4-BE49-F238E27FC236}">
                  <a16:creationId xmlns:a16="http://schemas.microsoft.com/office/drawing/2014/main" id="{F06BB71E-4418-4950-0067-F0BA5658F603}"/>
                </a:ext>
              </a:extLst>
            </p:cNvPr>
            <p:cNvSpPr/>
            <p:nvPr/>
          </p:nvSpPr>
          <p:spPr>
            <a:xfrm>
              <a:off x="7198996" y="4064122"/>
              <a:ext cx="4608254" cy="1836000"/>
            </a:xfrm>
            <a:prstGeom prst="rect">
              <a:avLst/>
            </a:prstGeom>
            <a:solidFill>
              <a:srgbClr val="FFFB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079" name="Agrupar 1078">
              <a:extLst>
                <a:ext uri="{FF2B5EF4-FFF2-40B4-BE49-F238E27FC236}">
                  <a16:creationId xmlns:a16="http://schemas.microsoft.com/office/drawing/2014/main" id="{4AB5588D-A8DE-B20B-7DD9-C3C4E457350E}"/>
                </a:ext>
              </a:extLst>
            </p:cNvPr>
            <p:cNvGrpSpPr/>
            <p:nvPr/>
          </p:nvGrpSpPr>
          <p:grpSpPr>
            <a:xfrm>
              <a:off x="7289238" y="4084610"/>
              <a:ext cx="4416114" cy="307777"/>
              <a:chOff x="7289572" y="2889564"/>
              <a:chExt cx="4416114" cy="307777"/>
            </a:xfrm>
          </p:grpSpPr>
          <p:sp>
            <p:nvSpPr>
              <p:cNvPr id="1080" name="CaixaDeTexto 1079">
                <a:extLst>
                  <a:ext uri="{FF2B5EF4-FFF2-40B4-BE49-F238E27FC236}">
                    <a16:creationId xmlns:a16="http://schemas.microsoft.com/office/drawing/2014/main" id="{737F3DD1-C13B-6DCB-E3A6-E1CD7DC66FCF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[01]</a:t>
                </a:r>
              </a:p>
            </p:txBody>
          </p:sp>
          <p:sp>
            <p:nvSpPr>
              <p:cNvPr id="1081" name="CaixaDeTexto 1080">
                <a:extLst>
                  <a:ext uri="{FF2B5EF4-FFF2-40B4-BE49-F238E27FC236}">
                    <a16:creationId xmlns:a16="http://schemas.microsoft.com/office/drawing/2014/main" id="{168C4153-1856-2DD9-C55A-8003DFF24172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[02]</a:t>
                </a:r>
              </a:p>
            </p:txBody>
          </p:sp>
          <p:sp>
            <p:nvSpPr>
              <p:cNvPr id="1082" name="CaixaDeTexto 1081">
                <a:extLst>
                  <a:ext uri="{FF2B5EF4-FFF2-40B4-BE49-F238E27FC236}">
                    <a16:creationId xmlns:a16="http://schemas.microsoft.com/office/drawing/2014/main" id="{918B3E1F-8077-EBC0-C3F2-7828B1AB61B1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[03]</a:t>
                </a:r>
              </a:p>
            </p:txBody>
          </p:sp>
          <p:sp>
            <p:nvSpPr>
              <p:cNvPr id="1083" name="CaixaDeTexto 1082">
                <a:extLst>
                  <a:ext uri="{FF2B5EF4-FFF2-40B4-BE49-F238E27FC236}">
                    <a16:creationId xmlns:a16="http://schemas.microsoft.com/office/drawing/2014/main" id="{1C1E1F05-3F39-FE7A-7499-D557F0110218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[04]</a:t>
                </a:r>
              </a:p>
            </p:txBody>
          </p:sp>
          <p:sp>
            <p:nvSpPr>
              <p:cNvPr id="1084" name="CaixaDeTexto 1083">
                <a:extLst>
                  <a:ext uri="{FF2B5EF4-FFF2-40B4-BE49-F238E27FC236}">
                    <a16:creationId xmlns:a16="http://schemas.microsoft.com/office/drawing/2014/main" id="{65744E0A-7FE0-846B-6F31-DECFC769D5D9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[05]</a:t>
                </a:r>
              </a:p>
            </p:txBody>
          </p:sp>
          <p:sp>
            <p:nvSpPr>
              <p:cNvPr id="1085" name="CaixaDeTexto 1084">
                <a:extLst>
                  <a:ext uri="{FF2B5EF4-FFF2-40B4-BE49-F238E27FC236}">
                    <a16:creationId xmlns:a16="http://schemas.microsoft.com/office/drawing/2014/main" id="{432FFF25-91D7-FA25-9A88-A4557620380D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[06]</a:t>
                </a:r>
              </a:p>
            </p:txBody>
          </p:sp>
          <p:sp>
            <p:nvSpPr>
              <p:cNvPr id="1086" name="CaixaDeTexto 1085">
                <a:extLst>
                  <a:ext uri="{FF2B5EF4-FFF2-40B4-BE49-F238E27FC236}">
                    <a16:creationId xmlns:a16="http://schemas.microsoft.com/office/drawing/2014/main" id="{FDEA12B9-61D0-5278-D60A-2FD10AA793BD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[07]</a:t>
                </a:r>
              </a:p>
            </p:txBody>
          </p:sp>
          <p:sp>
            <p:nvSpPr>
              <p:cNvPr id="1087" name="CaixaDeTexto 1086">
                <a:extLst>
                  <a:ext uri="{FF2B5EF4-FFF2-40B4-BE49-F238E27FC236}">
                    <a16:creationId xmlns:a16="http://schemas.microsoft.com/office/drawing/2014/main" id="{9D658505-C862-495A-F3BB-9E6C93CB5FFF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[08]</a:t>
                </a:r>
              </a:p>
            </p:txBody>
          </p:sp>
          <p:sp>
            <p:nvSpPr>
              <p:cNvPr id="1088" name="CaixaDeTexto 1087">
                <a:extLst>
                  <a:ext uri="{FF2B5EF4-FFF2-40B4-BE49-F238E27FC236}">
                    <a16:creationId xmlns:a16="http://schemas.microsoft.com/office/drawing/2014/main" id="{22B05186-9007-CDCD-44B5-FAAC5BB2DFCD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[09]</a:t>
                </a:r>
              </a:p>
            </p:txBody>
          </p:sp>
          <p:sp>
            <p:nvSpPr>
              <p:cNvPr id="1089" name="CaixaDeTexto 1088">
                <a:extLst>
                  <a:ext uri="{FF2B5EF4-FFF2-40B4-BE49-F238E27FC236}">
                    <a16:creationId xmlns:a16="http://schemas.microsoft.com/office/drawing/2014/main" id="{E35B0CF7-7773-EDCA-CAA5-C5E63A91CDF8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[10]</a:t>
                </a:r>
              </a:p>
            </p:txBody>
          </p:sp>
        </p:grpSp>
        <p:grpSp>
          <p:nvGrpSpPr>
            <p:cNvPr id="1090" name="Agrupar 1089">
              <a:extLst>
                <a:ext uri="{FF2B5EF4-FFF2-40B4-BE49-F238E27FC236}">
                  <a16:creationId xmlns:a16="http://schemas.microsoft.com/office/drawing/2014/main" id="{1DCD990F-22C2-4FDD-9E63-F410FCB8379D}"/>
                </a:ext>
              </a:extLst>
            </p:cNvPr>
            <p:cNvGrpSpPr/>
            <p:nvPr/>
          </p:nvGrpSpPr>
          <p:grpSpPr>
            <a:xfrm>
              <a:off x="7289238" y="4329557"/>
              <a:ext cx="4416114" cy="307777"/>
              <a:chOff x="7289572" y="2889564"/>
              <a:chExt cx="4416114" cy="307777"/>
            </a:xfrm>
          </p:grpSpPr>
          <p:sp>
            <p:nvSpPr>
              <p:cNvPr id="1091" name="CaixaDeTexto 1090">
                <a:extLst>
                  <a:ext uri="{FF2B5EF4-FFF2-40B4-BE49-F238E27FC236}">
                    <a16:creationId xmlns:a16="http://schemas.microsoft.com/office/drawing/2014/main" id="{AAC72332-54CB-7081-4426-451731427D3B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[11]</a:t>
                </a:r>
              </a:p>
            </p:txBody>
          </p:sp>
          <p:sp>
            <p:nvSpPr>
              <p:cNvPr id="1092" name="CaixaDeTexto 1091">
                <a:extLst>
                  <a:ext uri="{FF2B5EF4-FFF2-40B4-BE49-F238E27FC236}">
                    <a16:creationId xmlns:a16="http://schemas.microsoft.com/office/drawing/2014/main" id="{B9D941AA-1399-5B47-402E-2FAE5CE5D10B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[12]</a:t>
                </a:r>
              </a:p>
            </p:txBody>
          </p:sp>
          <p:sp>
            <p:nvSpPr>
              <p:cNvPr id="1093" name="CaixaDeTexto 1092">
                <a:extLst>
                  <a:ext uri="{FF2B5EF4-FFF2-40B4-BE49-F238E27FC236}">
                    <a16:creationId xmlns:a16="http://schemas.microsoft.com/office/drawing/2014/main" id="{6E62CB27-36F7-BC19-01E2-F19D05989A77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[13]</a:t>
                </a:r>
              </a:p>
            </p:txBody>
          </p:sp>
          <p:sp>
            <p:nvSpPr>
              <p:cNvPr id="1094" name="CaixaDeTexto 1093">
                <a:extLst>
                  <a:ext uri="{FF2B5EF4-FFF2-40B4-BE49-F238E27FC236}">
                    <a16:creationId xmlns:a16="http://schemas.microsoft.com/office/drawing/2014/main" id="{885916D4-C264-60E9-4EA6-87C0B51071B2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[14]</a:t>
                </a:r>
              </a:p>
            </p:txBody>
          </p:sp>
          <p:sp>
            <p:nvSpPr>
              <p:cNvPr id="1095" name="CaixaDeTexto 1094">
                <a:extLst>
                  <a:ext uri="{FF2B5EF4-FFF2-40B4-BE49-F238E27FC236}">
                    <a16:creationId xmlns:a16="http://schemas.microsoft.com/office/drawing/2014/main" id="{CF0D0C6B-1338-A3E4-B2D7-08F2C6498B1A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[15]</a:t>
                </a:r>
              </a:p>
            </p:txBody>
          </p:sp>
          <p:sp>
            <p:nvSpPr>
              <p:cNvPr id="1096" name="CaixaDeTexto 1095">
                <a:extLst>
                  <a:ext uri="{FF2B5EF4-FFF2-40B4-BE49-F238E27FC236}">
                    <a16:creationId xmlns:a16="http://schemas.microsoft.com/office/drawing/2014/main" id="{62625839-5E90-2B1A-6298-5C08AA7E3F55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[16]</a:t>
                </a:r>
              </a:p>
            </p:txBody>
          </p:sp>
          <p:sp>
            <p:nvSpPr>
              <p:cNvPr id="1097" name="CaixaDeTexto 1096">
                <a:extLst>
                  <a:ext uri="{FF2B5EF4-FFF2-40B4-BE49-F238E27FC236}">
                    <a16:creationId xmlns:a16="http://schemas.microsoft.com/office/drawing/2014/main" id="{F746B997-64C4-D7FF-D171-D0B7A3653A22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[17]</a:t>
                </a:r>
              </a:p>
            </p:txBody>
          </p:sp>
          <p:sp>
            <p:nvSpPr>
              <p:cNvPr id="1098" name="CaixaDeTexto 1097">
                <a:extLst>
                  <a:ext uri="{FF2B5EF4-FFF2-40B4-BE49-F238E27FC236}">
                    <a16:creationId xmlns:a16="http://schemas.microsoft.com/office/drawing/2014/main" id="{7F27F219-098D-E6E7-6C59-7C8F38BEE47F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[18]</a:t>
                </a:r>
              </a:p>
            </p:txBody>
          </p:sp>
          <p:sp>
            <p:nvSpPr>
              <p:cNvPr id="1099" name="CaixaDeTexto 1098">
                <a:extLst>
                  <a:ext uri="{FF2B5EF4-FFF2-40B4-BE49-F238E27FC236}">
                    <a16:creationId xmlns:a16="http://schemas.microsoft.com/office/drawing/2014/main" id="{4054E847-F2C1-7A17-08FC-2BF7B837DE75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[19]</a:t>
                </a:r>
              </a:p>
            </p:txBody>
          </p:sp>
          <p:sp>
            <p:nvSpPr>
              <p:cNvPr id="1100" name="CaixaDeTexto 1099">
                <a:extLst>
                  <a:ext uri="{FF2B5EF4-FFF2-40B4-BE49-F238E27FC236}">
                    <a16:creationId xmlns:a16="http://schemas.microsoft.com/office/drawing/2014/main" id="{40514603-F595-E3C4-A357-C49FF92D7644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[20]</a:t>
                </a:r>
              </a:p>
            </p:txBody>
          </p:sp>
        </p:grpSp>
        <p:grpSp>
          <p:nvGrpSpPr>
            <p:cNvPr id="1101" name="Agrupar 1100">
              <a:extLst>
                <a:ext uri="{FF2B5EF4-FFF2-40B4-BE49-F238E27FC236}">
                  <a16:creationId xmlns:a16="http://schemas.microsoft.com/office/drawing/2014/main" id="{4AF73BB8-FE73-8C32-61A7-79CE7398F862}"/>
                </a:ext>
              </a:extLst>
            </p:cNvPr>
            <p:cNvGrpSpPr/>
            <p:nvPr/>
          </p:nvGrpSpPr>
          <p:grpSpPr>
            <a:xfrm>
              <a:off x="7289238" y="4574504"/>
              <a:ext cx="4416114" cy="307777"/>
              <a:chOff x="7289572" y="2889564"/>
              <a:chExt cx="4416114" cy="307777"/>
            </a:xfrm>
          </p:grpSpPr>
          <p:sp>
            <p:nvSpPr>
              <p:cNvPr id="1102" name="CaixaDeTexto 1101">
                <a:extLst>
                  <a:ext uri="{FF2B5EF4-FFF2-40B4-BE49-F238E27FC236}">
                    <a16:creationId xmlns:a16="http://schemas.microsoft.com/office/drawing/2014/main" id="{0A1ACC7D-37B0-6739-9626-B62C226797B7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[21]</a:t>
                </a:r>
              </a:p>
            </p:txBody>
          </p:sp>
          <p:sp>
            <p:nvSpPr>
              <p:cNvPr id="1103" name="CaixaDeTexto 1102">
                <a:extLst>
                  <a:ext uri="{FF2B5EF4-FFF2-40B4-BE49-F238E27FC236}">
                    <a16:creationId xmlns:a16="http://schemas.microsoft.com/office/drawing/2014/main" id="{8DF74675-7F67-52A1-3C66-853F92B62347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[22]</a:t>
                </a:r>
              </a:p>
            </p:txBody>
          </p:sp>
          <p:sp>
            <p:nvSpPr>
              <p:cNvPr id="1104" name="CaixaDeTexto 1103">
                <a:extLst>
                  <a:ext uri="{FF2B5EF4-FFF2-40B4-BE49-F238E27FC236}">
                    <a16:creationId xmlns:a16="http://schemas.microsoft.com/office/drawing/2014/main" id="{4B52290A-1F1D-427F-E01F-9EBF4178BB9D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[23]</a:t>
                </a:r>
              </a:p>
            </p:txBody>
          </p:sp>
          <p:sp>
            <p:nvSpPr>
              <p:cNvPr id="1105" name="CaixaDeTexto 1104">
                <a:extLst>
                  <a:ext uri="{FF2B5EF4-FFF2-40B4-BE49-F238E27FC236}">
                    <a16:creationId xmlns:a16="http://schemas.microsoft.com/office/drawing/2014/main" id="{94A31776-CBCF-B78F-206B-101571A5C8A5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[24]</a:t>
                </a:r>
              </a:p>
            </p:txBody>
          </p:sp>
          <p:sp>
            <p:nvSpPr>
              <p:cNvPr id="1106" name="CaixaDeTexto 1105">
                <a:extLst>
                  <a:ext uri="{FF2B5EF4-FFF2-40B4-BE49-F238E27FC236}">
                    <a16:creationId xmlns:a16="http://schemas.microsoft.com/office/drawing/2014/main" id="{D1F5034C-7547-8895-8136-B7EFBC73E50F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[25]</a:t>
                </a:r>
              </a:p>
            </p:txBody>
          </p:sp>
          <p:sp>
            <p:nvSpPr>
              <p:cNvPr id="1107" name="CaixaDeTexto 1106">
                <a:extLst>
                  <a:ext uri="{FF2B5EF4-FFF2-40B4-BE49-F238E27FC236}">
                    <a16:creationId xmlns:a16="http://schemas.microsoft.com/office/drawing/2014/main" id="{E7EAF97F-EBDA-1D14-5968-B1E24C234268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[26]</a:t>
                </a:r>
              </a:p>
            </p:txBody>
          </p:sp>
          <p:sp>
            <p:nvSpPr>
              <p:cNvPr id="1108" name="CaixaDeTexto 1107">
                <a:extLst>
                  <a:ext uri="{FF2B5EF4-FFF2-40B4-BE49-F238E27FC236}">
                    <a16:creationId xmlns:a16="http://schemas.microsoft.com/office/drawing/2014/main" id="{7D23E815-3C87-78F3-34DA-FDE0642E1D42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[27]</a:t>
                </a:r>
              </a:p>
            </p:txBody>
          </p:sp>
          <p:sp>
            <p:nvSpPr>
              <p:cNvPr id="1109" name="CaixaDeTexto 1108">
                <a:extLst>
                  <a:ext uri="{FF2B5EF4-FFF2-40B4-BE49-F238E27FC236}">
                    <a16:creationId xmlns:a16="http://schemas.microsoft.com/office/drawing/2014/main" id="{887F4E97-0697-F863-9AC5-4A386BB8FED3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[28]</a:t>
                </a:r>
              </a:p>
            </p:txBody>
          </p:sp>
          <p:sp>
            <p:nvSpPr>
              <p:cNvPr id="1110" name="CaixaDeTexto 1109">
                <a:extLst>
                  <a:ext uri="{FF2B5EF4-FFF2-40B4-BE49-F238E27FC236}">
                    <a16:creationId xmlns:a16="http://schemas.microsoft.com/office/drawing/2014/main" id="{F717D684-AD9F-B33B-4F62-417C98A40522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[29]</a:t>
                </a:r>
              </a:p>
            </p:txBody>
          </p:sp>
          <p:sp>
            <p:nvSpPr>
              <p:cNvPr id="1111" name="CaixaDeTexto 1110">
                <a:extLst>
                  <a:ext uri="{FF2B5EF4-FFF2-40B4-BE49-F238E27FC236}">
                    <a16:creationId xmlns:a16="http://schemas.microsoft.com/office/drawing/2014/main" id="{A307E3D4-C94F-F6FB-D6EF-E87C8E16FE5F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[30]</a:t>
                </a:r>
              </a:p>
            </p:txBody>
          </p:sp>
        </p:grpSp>
        <p:grpSp>
          <p:nvGrpSpPr>
            <p:cNvPr id="1112" name="Agrupar 1111">
              <a:extLst>
                <a:ext uri="{FF2B5EF4-FFF2-40B4-BE49-F238E27FC236}">
                  <a16:creationId xmlns:a16="http://schemas.microsoft.com/office/drawing/2014/main" id="{E203921B-253D-5797-89B0-F754B84144A9}"/>
                </a:ext>
              </a:extLst>
            </p:cNvPr>
            <p:cNvGrpSpPr/>
            <p:nvPr/>
          </p:nvGrpSpPr>
          <p:grpSpPr>
            <a:xfrm>
              <a:off x="7289238" y="4819451"/>
              <a:ext cx="4416114" cy="307777"/>
              <a:chOff x="7289572" y="2889564"/>
              <a:chExt cx="4416114" cy="307777"/>
            </a:xfrm>
          </p:grpSpPr>
          <p:sp>
            <p:nvSpPr>
              <p:cNvPr id="1113" name="CaixaDeTexto 1112">
                <a:extLst>
                  <a:ext uri="{FF2B5EF4-FFF2-40B4-BE49-F238E27FC236}">
                    <a16:creationId xmlns:a16="http://schemas.microsoft.com/office/drawing/2014/main" id="{C9E49FE1-BAF8-8CFC-DD7F-B1B5EF05B877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[31]</a:t>
                </a:r>
              </a:p>
            </p:txBody>
          </p:sp>
          <p:sp>
            <p:nvSpPr>
              <p:cNvPr id="1114" name="CaixaDeTexto 1113">
                <a:extLst>
                  <a:ext uri="{FF2B5EF4-FFF2-40B4-BE49-F238E27FC236}">
                    <a16:creationId xmlns:a16="http://schemas.microsoft.com/office/drawing/2014/main" id="{BB3C9727-53DF-7A38-7714-95447171DA6E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[32]</a:t>
                </a:r>
              </a:p>
            </p:txBody>
          </p:sp>
          <p:sp>
            <p:nvSpPr>
              <p:cNvPr id="1115" name="CaixaDeTexto 1114">
                <a:extLst>
                  <a:ext uri="{FF2B5EF4-FFF2-40B4-BE49-F238E27FC236}">
                    <a16:creationId xmlns:a16="http://schemas.microsoft.com/office/drawing/2014/main" id="{E175819B-D9ED-CBA7-FFAE-81C784253EB5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[33]</a:t>
                </a:r>
              </a:p>
            </p:txBody>
          </p:sp>
          <p:sp>
            <p:nvSpPr>
              <p:cNvPr id="1116" name="CaixaDeTexto 1115">
                <a:extLst>
                  <a:ext uri="{FF2B5EF4-FFF2-40B4-BE49-F238E27FC236}">
                    <a16:creationId xmlns:a16="http://schemas.microsoft.com/office/drawing/2014/main" id="{D62DF5B1-C6C1-DF51-BD25-10EAECF81D77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[34]</a:t>
                </a:r>
              </a:p>
            </p:txBody>
          </p:sp>
          <p:sp>
            <p:nvSpPr>
              <p:cNvPr id="1117" name="CaixaDeTexto 1116">
                <a:extLst>
                  <a:ext uri="{FF2B5EF4-FFF2-40B4-BE49-F238E27FC236}">
                    <a16:creationId xmlns:a16="http://schemas.microsoft.com/office/drawing/2014/main" id="{0CFFB945-1412-1AD3-A55F-D4930588EF75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[35]</a:t>
                </a:r>
              </a:p>
            </p:txBody>
          </p:sp>
          <p:sp>
            <p:nvSpPr>
              <p:cNvPr id="1118" name="CaixaDeTexto 1117">
                <a:extLst>
                  <a:ext uri="{FF2B5EF4-FFF2-40B4-BE49-F238E27FC236}">
                    <a16:creationId xmlns:a16="http://schemas.microsoft.com/office/drawing/2014/main" id="{11DC29A3-3901-B896-1270-AC182B24BAF2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[36]</a:t>
                </a:r>
              </a:p>
            </p:txBody>
          </p:sp>
          <p:sp>
            <p:nvSpPr>
              <p:cNvPr id="1119" name="CaixaDeTexto 1118">
                <a:extLst>
                  <a:ext uri="{FF2B5EF4-FFF2-40B4-BE49-F238E27FC236}">
                    <a16:creationId xmlns:a16="http://schemas.microsoft.com/office/drawing/2014/main" id="{9837FF2E-2AC7-6501-519C-9017BC1A3663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[37]</a:t>
                </a:r>
              </a:p>
            </p:txBody>
          </p:sp>
          <p:sp>
            <p:nvSpPr>
              <p:cNvPr id="1120" name="CaixaDeTexto 1119">
                <a:extLst>
                  <a:ext uri="{FF2B5EF4-FFF2-40B4-BE49-F238E27FC236}">
                    <a16:creationId xmlns:a16="http://schemas.microsoft.com/office/drawing/2014/main" id="{C74656B5-97CF-E547-7AA5-464CADDBB0CE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[38]</a:t>
                </a:r>
              </a:p>
            </p:txBody>
          </p:sp>
          <p:sp>
            <p:nvSpPr>
              <p:cNvPr id="1121" name="CaixaDeTexto 1120">
                <a:extLst>
                  <a:ext uri="{FF2B5EF4-FFF2-40B4-BE49-F238E27FC236}">
                    <a16:creationId xmlns:a16="http://schemas.microsoft.com/office/drawing/2014/main" id="{BC30D1A7-4BEE-9006-B683-373EBAEA92E2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[39]</a:t>
                </a:r>
              </a:p>
            </p:txBody>
          </p:sp>
          <p:sp>
            <p:nvSpPr>
              <p:cNvPr id="1122" name="CaixaDeTexto 1121">
                <a:extLst>
                  <a:ext uri="{FF2B5EF4-FFF2-40B4-BE49-F238E27FC236}">
                    <a16:creationId xmlns:a16="http://schemas.microsoft.com/office/drawing/2014/main" id="{1B15D02B-4057-7AC2-1040-12C9E207CE22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[40]</a:t>
                </a:r>
              </a:p>
            </p:txBody>
          </p:sp>
        </p:grpSp>
        <p:grpSp>
          <p:nvGrpSpPr>
            <p:cNvPr id="1123" name="Agrupar 1122">
              <a:extLst>
                <a:ext uri="{FF2B5EF4-FFF2-40B4-BE49-F238E27FC236}">
                  <a16:creationId xmlns:a16="http://schemas.microsoft.com/office/drawing/2014/main" id="{28454D63-0DB9-6A45-07D9-A68AC7C16191}"/>
                </a:ext>
              </a:extLst>
            </p:cNvPr>
            <p:cNvGrpSpPr/>
            <p:nvPr/>
          </p:nvGrpSpPr>
          <p:grpSpPr>
            <a:xfrm>
              <a:off x="7289238" y="5064398"/>
              <a:ext cx="4416114" cy="307777"/>
              <a:chOff x="7289572" y="2889564"/>
              <a:chExt cx="4416114" cy="307777"/>
            </a:xfrm>
          </p:grpSpPr>
          <p:sp>
            <p:nvSpPr>
              <p:cNvPr id="1124" name="CaixaDeTexto 1123">
                <a:extLst>
                  <a:ext uri="{FF2B5EF4-FFF2-40B4-BE49-F238E27FC236}">
                    <a16:creationId xmlns:a16="http://schemas.microsoft.com/office/drawing/2014/main" id="{759E7AF6-DA92-AC23-27F9-CF0D57C26F22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[41]</a:t>
                </a:r>
              </a:p>
            </p:txBody>
          </p:sp>
          <p:sp>
            <p:nvSpPr>
              <p:cNvPr id="1125" name="CaixaDeTexto 1124">
                <a:extLst>
                  <a:ext uri="{FF2B5EF4-FFF2-40B4-BE49-F238E27FC236}">
                    <a16:creationId xmlns:a16="http://schemas.microsoft.com/office/drawing/2014/main" id="{A998C463-0162-713E-FE85-E74B182653FF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[42]</a:t>
                </a:r>
              </a:p>
            </p:txBody>
          </p:sp>
          <p:sp>
            <p:nvSpPr>
              <p:cNvPr id="1126" name="CaixaDeTexto 1125">
                <a:extLst>
                  <a:ext uri="{FF2B5EF4-FFF2-40B4-BE49-F238E27FC236}">
                    <a16:creationId xmlns:a16="http://schemas.microsoft.com/office/drawing/2014/main" id="{D04F71F9-E9CB-FD71-AA1D-381ACA71768D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[43]</a:t>
                </a:r>
              </a:p>
            </p:txBody>
          </p:sp>
          <p:sp>
            <p:nvSpPr>
              <p:cNvPr id="1127" name="CaixaDeTexto 1126">
                <a:extLst>
                  <a:ext uri="{FF2B5EF4-FFF2-40B4-BE49-F238E27FC236}">
                    <a16:creationId xmlns:a16="http://schemas.microsoft.com/office/drawing/2014/main" id="{CA6DBA50-CCD2-BE6C-9D65-A43BE62ABB09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[44]</a:t>
                </a:r>
              </a:p>
            </p:txBody>
          </p:sp>
          <p:sp>
            <p:nvSpPr>
              <p:cNvPr id="1128" name="CaixaDeTexto 1127">
                <a:extLst>
                  <a:ext uri="{FF2B5EF4-FFF2-40B4-BE49-F238E27FC236}">
                    <a16:creationId xmlns:a16="http://schemas.microsoft.com/office/drawing/2014/main" id="{F7A73931-9AC6-CEEA-8A37-5EEECA458C9B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[45]</a:t>
                </a:r>
              </a:p>
            </p:txBody>
          </p:sp>
          <p:sp>
            <p:nvSpPr>
              <p:cNvPr id="1129" name="CaixaDeTexto 1128">
                <a:extLst>
                  <a:ext uri="{FF2B5EF4-FFF2-40B4-BE49-F238E27FC236}">
                    <a16:creationId xmlns:a16="http://schemas.microsoft.com/office/drawing/2014/main" id="{252D2F8B-8FA3-A8BE-DDD6-1B4531F53196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[46]</a:t>
                </a:r>
              </a:p>
            </p:txBody>
          </p:sp>
          <p:sp>
            <p:nvSpPr>
              <p:cNvPr id="1130" name="CaixaDeTexto 1129">
                <a:extLst>
                  <a:ext uri="{FF2B5EF4-FFF2-40B4-BE49-F238E27FC236}">
                    <a16:creationId xmlns:a16="http://schemas.microsoft.com/office/drawing/2014/main" id="{E93D379F-E7C9-F06B-EE12-AE3867CE426C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[47]</a:t>
                </a:r>
              </a:p>
            </p:txBody>
          </p:sp>
          <p:sp>
            <p:nvSpPr>
              <p:cNvPr id="1131" name="CaixaDeTexto 1130">
                <a:extLst>
                  <a:ext uri="{FF2B5EF4-FFF2-40B4-BE49-F238E27FC236}">
                    <a16:creationId xmlns:a16="http://schemas.microsoft.com/office/drawing/2014/main" id="{FE9ED3DE-5995-DA5F-FA04-EDA2AB96C54E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[48]</a:t>
                </a:r>
              </a:p>
            </p:txBody>
          </p:sp>
          <p:sp>
            <p:nvSpPr>
              <p:cNvPr id="1132" name="CaixaDeTexto 1131">
                <a:extLst>
                  <a:ext uri="{FF2B5EF4-FFF2-40B4-BE49-F238E27FC236}">
                    <a16:creationId xmlns:a16="http://schemas.microsoft.com/office/drawing/2014/main" id="{EC6CF07B-32A3-EA51-1FC4-FBD90221E135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[49]</a:t>
                </a:r>
              </a:p>
            </p:txBody>
          </p:sp>
          <p:sp>
            <p:nvSpPr>
              <p:cNvPr id="1133" name="CaixaDeTexto 1132">
                <a:extLst>
                  <a:ext uri="{FF2B5EF4-FFF2-40B4-BE49-F238E27FC236}">
                    <a16:creationId xmlns:a16="http://schemas.microsoft.com/office/drawing/2014/main" id="{E97A1D63-66B3-1572-B394-8947B9D6E705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[50]</a:t>
                </a:r>
              </a:p>
            </p:txBody>
          </p:sp>
        </p:grpSp>
        <p:grpSp>
          <p:nvGrpSpPr>
            <p:cNvPr id="1134" name="Agrupar 1133">
              <a:extLst>
                <a:ext uri="{FF2B5EF4-FFF2-40B4-BE49-F238E27FC236}">
                  <a16:creationId xmlns:a16="http://schemas.microsoft.com/office/drawing/2014/main" id="{E4708A77-7B9E-B3C7-9D3B-122E42D6965E}"/>
                </a:ext>
              </a:extLst>
            </p:cNvPr>
            <p:cNvGrpSpPr/>
            <p:nvPr/>
          </p:nvGrpSpPr>
          <p:grpSpPr>
            <a:xfrm>
              <a:off x="7288883" y="5309344"/>
              <a:ext cx="4416114" cy="307777"/>
              <a:chOff x="7289572" y="2889564"/>
              <a:chExt cx="4416114" cy="307777"/>
            </a:xfrm>
          </p:grpSpPr>
          <p:sp>
            <p:nvSpPr>
              <p:cNvPr id="1135" name="CaixaDeTexto 1134">
                <a:extLst>
                  <a:ext uri="{FF2B5EF4-FFF2-40B4-BE49-F238E27FC236}">
                    <a16:creationId xmlns:a16="http://schemas.microsoft.com/office/drawing/2014/main" id="{F50F6ECA-ECA2-CC23-6422-CF6336DF84D8}"/>
                  </a:ext>
                </a:extLst>
              </p:cNvPr>
              <p:cNvSpPr txBox="1"/>
              <p:nvPr/>
            </p:nvSpPr>
            <p:spPr>
              <a:xfrm>
                <a:off x="728957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[51]</a:t>
                </a:r>
              </a:p>
            </p:txBody>
          </p:sp>
          <p:sp>
            <p:nvSpPr>
              <p:cNvPr id="1136" name="CaixaDeTexto 1135">
                <a:extLst>
                  <a:ext uri="{FF2B5EF4-FFF2-40B4-BE49-F238E27FC236}">
                    <a16:creationId xmlns:a16="http://schemas.microsoft.com/office/drawing/2014/main" id="{0B28C1B7-4D4F-8CAC-FE70-C49EA18593F1}"/>
                  </a:ext>
                </a:extLst>
              </p:cNvPr>
              <p:cNvSpPr txBox="1"/>
              <p:nvPr/>
            </p:nvSpPr>
            <p:spPr>
              <a:xfrm>
                <a:off x="772532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[52]</a:t>
                </a:r>
              </a:p>
            </p:txBody>
          </p:sp>
          <p:sp>
            <p:nvSpPr>
              <p:cNvPr id="1137" name="CaixaDeTexto 1136">
                <a:extLst>
                  <a:ext uri="{FF2B5EF4-FFF2-40B4-BE49-F238E27FC236}">
                    <a16:creationId xmlns:a16="http://schemas.microsoft.com/office/drawing/2014/main" id="{43EFC91D-B02C-D96B-49C2-D93EA0055AF2}"/>
                  </a:ext>
                </a:extLst>
              </p:cNvPr>
              <p:cNvSpPr txBox="1"/>
              <p:nvPr/>
            </p:nvSpPr>
            <p:spPr>
              <a:xfrm>
                <a:off x="816108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[53]</a:t>
                </a:r>
              </a:p>
            </p:txBody>
          </p:sp>
          <p:sp>
            <p:nvSpPr>
              <p:cNvPr id="1138" name="CaixaDeTexto 1137">
                <a:extLst>
                  <a:ext uri="{FF2B5EF4-FFF2-40B4-BE49-F238E27FC236}">
                    <a16:creationId xmlns:a16="http://schemas.microsoft.com/office/drawing/2014/main" id="{98CEE90E-CDDB-2B30-C4DE-95A0F8C7543E}"/>
                  </a:ext>
                </a:extLst>
              </p:cNvPr>
              <p:cNvSpPr txBox="1"/>
              <p:nvPr/>
            </p:nvSpPr>
            <p:spPr>
              <a:xfrm>
                <a:off x="859683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[54]</a:t>
                </a:r>
              </a:p>
            </p:txBody>
          </p:sp>
          <p:sp>
            <p:nvSpPr>
              <p:cNvPr id="1139" name="CaixaDeTexto 1138">
                <a:extLst>
                  <a:ext uri="{FF2B5EF4-FFF2-40B4-BE49-F238E27FC236}">
                    <a16:creationId xmlns:a16="http://schemas.microsoft.com/office/drawing/2014/main" id="{D8CAFC9E-6918-61BF-3DD2-8B459BC7A1F4}"/>
                  </a:ext>
                </a:extLst>
              </p:cNvPr>
              <p:cNvSpPr txBox="1"/>
              <p:nvPr/>
            </p:nvSpPr>
            <p:spPr>
              <a:xfrm>
                <a:off x="903259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[55]</a:t>
                </a:r>
              </a:p>
            </p:txBody>
          </p:sp>
          <p:sp>
            <p:nvSpPr>
              <p:cNvPr id="1140" name="CaixaDeTexto 1139">
                <a:extLst>
                  <a:ext uri="{FF2B5EF4-FFF2-40B4-BE49-F238E27FC236}">
                    <a16:creationId xmlns:a16="http://schemas.microsoft.com/office/drawing/2014/main" id="{8A132AA2-59DC-A085-7C3F-C4B245636F4E}"/>
                  </a:ext>
                </a:extLst>
              </p:cNvPr>
              <p:cNvSpPr txBox="1"/>
              <p:nvPr/>
            </p:nvSpPr>
            <p:spPr>
              <a:xfrm>
                <a:off x="946834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[56]</a:t>
                </a:r>
              </a:p>
            </p:txBody>
          </p:sp>
          <p:sp>
            <p:nvSpPr>
              <p:cNvPr id="1141" name="CaixaDeTexto 1140">
                <a:extLst>
                  <a:ext uri="{FF2B5EF4-FFF2-40B4-BE49-F238E27FC236}">
                    <a16:creationId xmlns:a16="http://schemas.microsoft.com/office/drawing/2014/main" id="{738CEF60-5BD5-4FB1-56D8-8C684BD132B6}"/>
                  </a:ext>
                </a:extLst>
              </p:cNvPr>
              <p:cNvSpPr txBox="1"/>
              <p:nvPr/>
            </p:nvSpPr>
            <p:spPr>
              <a:xfrm>
                <a:off x="990410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[57]</a:t>
                </a:r>
              </a:p>
            </p:txBody>
          </p:sp>
          <p:sp>
            <p:nvSpPr>
              <p:cNvPr id="1142" name="CaixaDeTexto 1141">
                <a:extLst>
                  <a:ext uri="{FF2B5EF4-FFF2-40B4-BE49-F238E27FC236}">
                    <a16:creationId xmlns:a16="http://schemas.microsoft.com/office/drawing/2014/main" id="{F7011DD9-D9B9-1357-37F9-B83A13C9B8B2}"/>
                  </a:ext>
                </a:extLst>
              </p:cNvPr>
              <p:cNvSpPr txBox="1"/>
              <p:nvPr/>
            </p:nvSpPr>
            <p:spPr>
              <a:xfrm>
                <a:off x="10339857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[58]</a:t>
                </a:r>
              </a:p>
            </p:txBody>
          </p:sp>
          <p:sp>
            <p:nvSpPr>
              <p:cNvPr id="1143" name="CaixaDeTexto 1142">
                <a:extLst>
                  <a:ext uri="{FF2B5EF4-FFF2-40B4-BE49-F238E27FC236}">
                    <a16:creationId xmlns:a16="http://schemas.microsoft.com/office/drawing/2014/main" id="{AA8520DB-1A58-C4D2-0E47-C30573CBA059}"/>
                  </a:ext>
                </a:extLst>
              </p:cNvPr>
              <p:cNvSpPr txBox="1"/>
              <p:nvPr/>
            </p:nvSpPr>
            <p:spPr>
              <a:xfrm>
                <a:off x="10775612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[59]</a:t>
                </a:r>
              </a:p>
            </p:txBody>
          </p:sp>
          <p:sp>
            <p:nvSpPr>
              <p:cNvPr id="1144" name="CaixaDeTexto 1143">
                <a:extLst>
                  <a:ext uri="{FF2B5EF4-FFF2-40B4-BE49-F238E27FC236}">
                    <a16:creationId xmlns:a16="http://schemas.microsoft.com/office/drawing/2014/main" id="{C2471D75-9BE6-4FEA-1079-B163DF11B1BE}"/>
                  </a:ext>
                </a:extLst>
              </p:cNvPr>
              <p:cNvSpPr txBox="1"/>
              <p:nvPr/>
            </p:nvSpPr>
            <p:spPr>
              <a:xfrm>
                <a:off x="11211363" y="2889564"/>
                <a:ext cx="4943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[60]</a:t>
                </a:r>
              </a:p>
            </p:txBody>
          </p:sp>
        </p:grpSp>
        <p:sp>
          <p:nvSpPr>
            <p:cNvPr id="1145" name="CaixaDeTexto 1144">
              <a:extLst>
                <a:ext uri="{FF2B5EF4-FFF2-40B4-BE49-F238E27FC236}">
                  <a16:creationId xmlns:a16="http://schemas.microsoft.com/office/drawing/2014/main" id="{72332F4F-7DB0-CDE9-232B-29ABFCA460E3}"/>
                </a:ext>
              </a:extLst>
            </p:cNvPr>
            <p:cNvSpPr txBox="1"/>
            <p:nvPr/>
          </p:nvSpPr>
          <p:spPr>
            <a:xfrm>
              <a:off x="11210319" y="5550234"/>
              <a:ext cx="494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</a:t>
              </a:r>
              <a:r>
                <a:rPr lang="pt-BR" sz="1400" dirty="0">
                  <a:solidFill>
                    <a:srgbClr val="FFFB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  <a:r>
                <a:rPr lang="pt-BR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</a:p>
          </p:txBody>
        </p:sp>
        <p:sp>
          <p:nvSpPr>
            <p:cNvPr id="1146" name="CaixaDeTexto 1145">
              <a:extLst>
                <a:ext uri="{FF2B5EF4-FFF2-40B4-BE49-F238E27FC236}">
                  <a16:creationId xmlns:a16="http://schemas.microsoft.com/office/drawing/2014/main" id="{4B137F1D-3E39-6F24-963C-4D81202795A8}"/>
                </a:ext>
              </a:extLst>
            </p:cNvPr>
            <p:cNvSpPr txBox="1"/>
            <p:nvPr/>
          </p:nvSpPr>
          <p:spPr>
            <a:xfrm>
              <a:off x="7299482" y="5621108"/>
              <a:ext cx="34188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anular esse jogo, marque ao lado:</a:t>
              </a:r>
            </a:p>
          </p:txBody>
        </p:sp>
        <p:sp>
          <p:nvSpPr>
            <p:cNvPr id="1151" name="Retângulo 1150">
              <a:extLst>
                <a:ext uri="{FF2B5EF4-FFF2-40B4-BE49-F238E27FC236}">
                  <a16:creationId xmlns:a16="http://schemas.microsoft.com/office/drawing/2014/main" id="{05D3FC94-02F1-8C5D-4EB0-EC881FA43F27}"/>
                </a:ext>
              </a:extLst>
            </p:cNvPr>
            <p:cNvSpPr/>
            <p:nvPr/>
          </p:nvSpPr>
          <p:spPr>
            <a:xfrm>
              <a:off x="6939977" y="417583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2" name="Retângulo 1151">
              <a:extLst>
                <a:ext uri="{FF2B5EF4-FFF2-40B4-BE49-F238E27FC236}">
                  <a16:creationId xmlns:a16="http://schemas.microsoft.com/office/drawing/2014/main" id="{5ECEBAEC-005A-E5E9-F87A-DA03554AE88E}"/>
                </a:ext>
              </a:extLst>
            </p:cNvPr>
            <p:cNvSpPr/>
            <p:nvPr/>
          </p:nvSpPr>
          <p:spPr>
            <a:xfrm>
              <a:off x="6939977" y="442951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3" name="Retângulo 1152">
              <a:extLst>
                <a:ext uri="{FF2B5EF4-FFF2-40B4-BE49-F238E27FC236}">
                  <a16:creationId xmlns:a16="http://schemas.microsoft.com/office/drawing/2014/main" id="{273986BC-09F7-DC77-A500-E575B9141A66}"/>
                </a:ext>
              </a:extLst>
            </p:cNvPr>
            <p:cNvSpPr/>
            <p:nvPr/>
          </p:nvSpPr>
          <p:spPr>
            <a:xfrm>
              <a:off x="6939977" y="468319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4" name="Retângulo 1153">
              <a:extLst>
                <a:ext uri="{FF2B5EF4-FFF2-40B4-BE49-F238E27FC236}">
                  <a16:creationId xmlns:a16="http://schemas.microsoft.com/office/drawing/2014/main" id="{78F2CF0E-0920-132B-6E0E-05219104E48C}"/>
                </a:ext>
              </a:extLst>
            </p:cNvPr>
            <p:cNvSpPr/>
            <p:nvPr/>
          </p:nvSpPr>
          <p:spPr>
            <a:xfrm>
              <a:off x="6939977" y="493687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5" name="Retângulo 1154">
              <a:extLst>
                <a:ext uri="{FF2B5EF4-FFF2-40B4-BE49-F238E27FC236}">
                  <a16:creationId xmlns:a16="http://schemas.microsoft.com/office/drawing/2014/main" id="{F9516B38-988E-1B5B-8CC4-D0940FF341E2}"/>
                </a:ext>
              </a:extLst>
            </p:cNvPr>
            <p:cNvSpPr/>
            <p:nvPr/>
          </p:nvSpPr>
          <p:spPr>
            <a:xfrm>
              <a:off x="6939977" y="519055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6" name="Retângulo 1155">
              <a:extLst>
                <a:ext uri="{FF2B5EF4-FFF2-40B4-BE49-F238E27FC236}">
                  <a16:creationId xmlns:a16="http://schemas.microsoft.com/office/drawing/2014/main" id="{63AF4F25-9DE1-FFC9-0768-1CBA29493022}"/>
                </a:ext>
              </a:extLst>
            </p:cNvPr>
            <p:cNvSpPr/>
            <p:nvPr/>
          </p:nvSpPr>
          <p:spPr>
            <a:xfrm>
              <a:off x="6939977" y="5444231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7" name="Retângulo 1156">
              <a:extLst>
                <a:ext uri="{FF2B5EF4-FFF2-40B4-BE49-F238E27FC236}">
                  <a16:creationId xmlns:a16="http://schemas.microsoft.com/office/drawing/2014/main" id="{68B58557-150A-B558-62EA-225FDBF5727A}"/>
                </a:ext>
              </a:extLst>
            </p:cNvPr>
            <p:cNvSpPr/>
            <p:nvPr/>
          </p:nvSpPr>
          <p:spPr>
            <a:xfrm>
              <a:off x="6939977" y="5697913"/>
              <a:ext cx="180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8074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E6DAF39-2929-2866-6944-82505A6A4F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98" t="8125" r="4842" b="33333"/>
          <a:stretch>
            <a:fillRect/>
          </a:stretch>
        </p:blipFill>
        <p:spPr>
          <a:xfrm>
            <a:off x="2100263" y="1157288"/>
            <a:ext cx="6815137" cy="401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71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796</Words>
  <Application>Microsoft Macintosh PowerPoint</Application>
  <PresentationFormat>Widescreen</PresentationFormat>
  <Paragraphs>254</Paragraphs>
  <Slides>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Peres</dc:creator>
  <cp:lastModifiedBy>Fernanda Peres</cp:lastModifiedBy>
  <cp:revision>2</cp:revision>
  <dcterms:created xsi:type="dcterms:W3CDTF">2026-01-02T15:02:52Z</dcterms:created>
  <dcterms:modified xsi:type="dcterms:W3CDTF">2026-01-02T16:48:52Z</dcterms:modified>
</cp:coreProperties>
</file>